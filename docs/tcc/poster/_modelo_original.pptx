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32399288" cy="35999738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0B4"/>
    <a:srgbClr val="4A6E5F"/>
    <a:srgbClr val="89B1A1"/>
    <a:srgbClr val="B4C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9" autoAdjust="0"/>
    <p:restoredTop sz="94660"/>
  </p:normalViewPr>
  <p:slideViewPr>
    <p:cSldViewPr snapToGrid="0">
      <p:cViewPr>
        <p:scale>
          <a:sx n="30" d="100"/>
          <a:sy n="30" d="100"/>
        </p:scale>
        <p:origin x="402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5891626"/>
            <a:ext cx="27539395" cy="12533242"/>
          </a:xfrm>
        </p:spPr>
        <p:txBody>
          <a:bodyPr anchor="b"/>
          <a:lstStyle>
            <a:lvl1pPr algn="ctr"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18908198"/>
            <a:ext cx="24299466" cy="8691601"/>
          </a:xfr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117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40885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8974945"/>
            <a:ext cx="27944386" cy="14974888"/>
          </a:xfrm>
        </p:spPr>
        <p:txBody>
          <a:bodyPr anchor="b"/>
          <a:lstStyle>
            <a:lvl1pPr>
              <a:defRPr sz="21259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4091502"/>
            <a:ext cx="27944386" cy="7874940"/>
          </a:xfrm>
        </p:spPr>
        <p:txBody>
          <a:bodyPr/>
          <a:lstStyle>
            <a:lvl1pPr marL="0" indent="0">
              <a:buNone/>
              <a:defRPr sz="8504">
                <a:solidFill>
                  <a:schemeClr val="tx1"/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75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75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4049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9583264"/>
            <a:ext cx="13769697" cy="2284150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9583264"/>
            <a:ext cx="13769697" cy="22841503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778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1916661"/>
            <a:ext cx="27944386" cy="6958285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8824938"/>
            <a:ext cx="13706415" cy="4324966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3149904"/>
            <a:ext cx="13706415" cy="1934152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8824938"/>
            <a:ext cx="13773917" cy="4324966"/>
          </a:xfr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3149904"/>
            <a:ext cx="13773917" cy="19341529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1914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1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5481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99982"/>
            <a:ext cx="10449614" cy="839993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5183304"/>
            <a:ext cx="16402140" cy="25583147"/>
          </a:xfr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0799922"/>
            <a:ext cx="10449614" cy="20008190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977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99982"/>
            <a:ext cx="10449614" cy="8399939"/>
          </a:xfrm>
        </p:spPr>
        <p:txBody>
          <a:bodyPr anchor="b"/>
          <a:lstStyle>
            <a:lvl1pPr>
              <a:defRPr sz="11338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5183304"/>
            <a:ext cx="16402140" cy="25583147"/>
          </a:xfr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0799922"/>
            <a:ext cx="10449614" cy="20008190"/>
          </a:xfr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022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237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1916653"/>
            <a:ext cx="6986096" cy="30508114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1916653"/>
            <a:ext cx="20553298" cy="3050811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322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7451" y="1916661"/>
            <a:ext cx="27944386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7451" y="9583264"/>
            <a:ext cx="27944386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27451" y="33366432"/>
            <a:ext cx="728984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9A8E2-D728-4127-ABF8-B795F2D522A0}" type="datetimeFigureOut">
              <a:rPr lang="pt-BR" smtClean="0"/>
              <a:t>30/07/2024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732264" y="33366432"/>
            <a:ext cx="1093476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81997" y="33366432"/>
            <a:ext cx="7289840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25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91906-2D99-4EBD-B001-BC0F23DBB5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177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tângulo 41">
            <a:extLst>
              <a:ext uri="{FF2B5EF4-FFF2-40B4-BE49-F238E27FC236}">
                <a16:creationId xmlns:a16="http://schemas.microsoft.com/office/drawing/2014/main" id="{3865C23C-EC1A-41E5-B4B1-08ABF07CFAB8}"/>
              </a:ext>
            </a:extLst>
          </p:cNvPr>
          <p:cNvSpPr/>
          <p:nvPr/>
        </p:nvSpPr>
        <p:spPr>
          <a:xfrm>
            <a:off x="0" y="4083796"/>
            <a:ext cx="32361633" cy="236203"/>
          </a:xfrm>
          <a:prstGeom prst="rect">
            <a:avLst/>
          </a:prstGeom>
          <a:solidFill>
            <a:srgbClr val="2680B4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2680B4"/>
              </a:solidFill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F611354D-EDA4-4BCD-8E7E-054D9FBDB872}"/>
              </a:ext>
            </a:extLst>
          </p:cNvPr>
          <p:cNvSpPr txBox="1"/>
          <p:nvPr/>
        </p:nvSpPr>
        <p:spPr>
          <a:xfrm>
            <a:off x="122254" y="4794402"/>
            <a:ext cx="15840000" cy="153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Introdução/ Objetivo</a:t>
            </a:r>
          </a:p>
          <a:p>
            <a:endParaRPr lang="pt-BR" sz="3200" dirty="0"/>
          </a:p>
          <a:p>
            <a:pPr algn="just"/>
            <a:r>
              <a:rPr lang="pt-BR" sz="3200" dirty="0" err="1"/>
              <a:t>Lorem</a:t>
            </a:r>
            <a:r>
              <a:rPr lang="pt-BR" sz="3200" dirty="0"/>
              <a:t> ipsum </a:t>
            </a:r>
            <a:r>
              <a:rPr lang="pt-BR" sz="3200" dirty="0" err="1"/>
              <a:t>dolor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, </a:t>
            </a:r>
            <a:r>
              <a:rPr lang="pt-BR" sz="3200" dirty="0" err="1"/>
              <a:t>consectetur</a:t>
            </a:r>
            <a:r>
              <a:rPr lang="pt-BR" sz="3200" dirty="0"/>
              <a:t> </a:t>
            </a:r>
            <a:r>
              <a:rPr lang="pt-BR" sz="3200" dirty="0" err="1"/>
              <a:t>adipiscing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</a:t>
            </a:r>
            <a:r>
              <a:rPr lang="pt-BR" sz="3200" dirty="0" err="1"/>
              <a:t>Quisque</a:t>
            </a:r>
            <a:r>
              <a:rPr lang="pt-BR" sz="3200" dirty="0"/>
              <a:t> non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dignissim</a:t>
            </a:r>
            <a:r>
              <a:rPr lang="pt-BR" sz="3200" dirty="0"/>
              <a:t> </a:t>
            </a:r>
            <a:r>
              <a:rPr lang="pt-BR" sz="3200" dirty="0" err="1"/>
              <a:t>maximus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pretium</a:t>
            </a:r>
            <a:r>
              <a:rPr lang="pt-BR" sz="3200" dirty="0"/>
              <a:t> </a:t>
            </a:r>
            <a:r>
              <a:rPr lang="pt-BR" sz="3200" dirty="0" err="1"/>
              <a:t>turpis</a:t>
            </a:r>
            <a:r>
              <a:rPr lang="pt-BR" sz="3200" dirty="0"/>
              <a:t> </a:t>
            </a:r>
            <a:r>
              <a:rPr lang="pt-BR" sz="3200" dirty="0" err="1"/>
              <a:t>auctor</a:t>
            </a:r>
            <a:r>
              <a:rPr lang="pt-BR" sz="3200" dirty="0"/>
              <a:t> ut. </a:t>
            </a:r>
            <a:r>
              <a:rPr lang="pt-BR" sz="3200" dirty="0" err="1"/>
              <a:t>Pellentesque</a:t>
            </a:r>
            <a:r>
              <a:rPr lang="pt-BR" sz="3200" dirty="0"/>
              <a:t> non </a:t>
            </a:r>
            <a:r>
              <a:rPr lang="pt-BR" sz="3200" dirty="0" err="1"/>
              <a:t>convallis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. </a:t>
            </a:r>
            <a:r>
              <a:rPr lang="pt-BR" sz="3200" dirty="0" err="1"/>
              <a:t>Phasellus</a:t>
            </a:r>
            <a:r>
              <a:rPr lang="pt-BR" sz="3200" dirty="0"/>
              <a:t> </a:t>
            </a:r>
            <a:r>
              <a:rPr lang="pt-BR" sz="3200" dirty="0" err="1"/>
              <a:t>finibus</a:t>
            </a:r>
            <a:r>
              <a:rPr lang="pt-BR" sz="3200" dirty="0"/>
              <a:t> </a:t>
            </a:r>
            <a:r>
              <a:rPr lang="pt-BR" sz="3200" dirty="0" err="1"/>
              <a:t>pulvinar</a:t>
            </a:r>
            <a:r>
              <a:rPr lang="pt-BR" sz="3200" dirty="0"/>
              <a:t> urna, quis porta erat gravida </a:t>
            </a:r>
            <a:r>
              <a:rPr lang="pt-BR" sz="3200" dirty="0" err="1"/>
              <a:t>nec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semper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eu </a:t>
            </a:r>
            <a:r>
              <a:rPr lang="pt-BR" sz="3200" dirty="0" err="1"/>
              <a:t>lobortis</a:t>
            </a:r>
            <a:r>
              <a:rPr lang="pt-BR" sz="3200" dirty="0"/>
              <a:t> </a:t>
            </a:r>
            <a:r>
              <a:rPr lang="pt-BR" sz="3200" dirty="0" err="1"/>
              <a:t>commodo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 est, </a:t>
            </a:r>
            <a:r>
              <a:rPr lang="pt-BR" sz="3200" dirty="0" err="1"/>
              <a:t>feugiat</a:t>
            </a:r>
            <a:r>
              <a:rPr lang="pt-BR" sz="3200" dirty="0"/>
              <a:t> eu </a:t>
            </a:r>
            <a:r>
              <a:rPr lang="pt-BR" sz="3200" dirty="0" err="1"/>
              <a:t>lobortis</a:t>
            </a:r>
            <a:r>
              <a:rPr lang="pt-BR" sz="3200" dirty="0"/>
              <a:t> ac, </a:t>
            </a:r>
            <a:r>
              <a:rPr lang="pt-BR" sz="3200" dirty="0" err="1"/>
              <a:t>facilisis</a:t>
            </a:r>
            <a:r>
              <a:rPr lang="pt-BR" sz="3200" dirty="0"/>
              <a:t> a </a:t>
            </a:r>
            <a:r>
              <a:rPr lang="pt-BR" sz="3200" dirty="0" err="1"/>
              <a:t>odio</a:t>
            </a:r>
            <a:r>
              <a:rPr lang="pt-BR" sz="3200" dirty="0"/>
              <a:t>. Nunc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, </a:t>
            </a:r>
            <a:r>
              <a:rPr lang="pt-BR" sz="3200" dirty="0" err="1"/>
              <a:t>consequat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urna ut,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ultrices</a:t>
            </a:r>
            <a:r>
              <a:rPr lang="pt-BR" sz="3200" dirty="0"/>
              <a:t> </a:t>
            </a:r>
            <a:r>
              <a:rPr lang="pt-BR" sz="3200" dirty="0" err="1"/>
              <a:t>neque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quis </a:t>
            </a:r>
            <a:r>
              <a:rPr lang="pt-BR" sz="3200" dirty="0" err="1"/>
              <a:t>quam</a:t>
            </a:r>
            <a:r>
              <a:rPr lang="pt-BR" sz="3200" dirty="0"/>
              <a:t> vitae erat </a:t>
            </a:r>
            <a:r>
              <a:rPr lang="pt-BR" sz="3200" dirty="0" err="1"/>
              <a:t>commodo</a:t>
            </a:r>
            <a:r>
              <a:rPr lang="pt-BR" sz="3200" dirty="0"/>
              <a:t> </a:t>
            </a:r>
            <a:r>
              <a:rPr lang="pt-BR" sz="3200" dirty="0" err="1"/>
              <a:t>elementum</a:t>
            </a:r>
            <a:r>
              <a:rPr lang="pt-BR" sz="3200" dirty="0"/>
              <a:t> in ut </a:t>
            </a:r>
            <a:r>
              <a:rPr lang="pt-BR" sz="3200" dirty="0" err="1"/>
              <a:t>risus</a:t>
            </a:r>
            <a:r>
              <a:rPr lang="pt-BR" sz="3200" dirty="0"/>
              <a:t>. Nam </a:t>
            </a:r>
            <a:r>
              <a:rPr lang="pt-BR" sz="3200" dirty="0" err="1"/>
              <a:t>ornare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pulvinar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pellentesque</a:t>
            </a:r>
            <a:r>
              <a:rPr lang="pt-BR" sz="3200" dirty="0"/>
              <a:t> </a:t>
            </a:r>
            <a:r>
              <a:rPr lang="pt-BR" sz="3200" dirty="0" err="1"/>
              <a:t>dapibus</a:t>
            </a:r>
            <a:r>
              <a:rPr lang="pt-BR" sz="3200" dirty="0"/>
              <a:t> </a:t>
            </a:r>
            <a:r>
              <a:rPr lang="pt-BR" sz="3200" dirty="0" err="1"/>
              <a:t>augue</a:t>
            </a:r>
            <a:r>
              <a:rPr lang="pt-BR" sz="3200" dirty="0"/>
              <a:t>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Aenean</a:t>
            </a:r>
            <a:r>
              <a:rPr lang="pt-BR" sz="3200" dirty="0"/>
              <a:t> eu </a:t>
            </a:r>
            <a:r>
              <a:rPr lang="pt-BR" sz="3200" dirty="0" err="1"/>
              <a:t>lectus</a:t>
            </a:r>
            <a:r>
              <a:rPr lang="pt-BR" sz="3200" dirty="0"/>
              <a:t> a </a:t>
            </a:r>
            <a:r>
              <a:rPr lang="pt-BR" sz="3200" dirty="0" err="1"/>
              <a:t>augue</a:t>
            </a:r>
            <a:r>
              <a:rPr lang="pt-BR" sz="3200" dirty="0"/>
              <a:t>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vehicula</a:t>
            </a:r>
            <a:r>
              <a:rPr lang="pt-BR" sz="3200" dirty="0"/>
              <a:t>. </a:t>
            </a:r>
            <a:r>
              <a:rPr lang="pt-BR" sz="3200" dirty="0" err="1"/>
              <a:t>Integer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urna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sodales</a:t>
            </a:r>
            <a:r>
              <a:rPr lang="pt-BR" sz="3200" dirty="0"/>
              <a:t> </a:t>
            </a:r>
            <a:r>
              <a:rPr lang="pt-BR" sz="3200" dirty="0" err="1"/>
              <a:t>ornare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aliquet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et </a:t>
            </a:r>
            <a:r>
              <a:rPr lang="pt-BR" sz="3200" dirty="0" err="1"/>
              <a:t>congue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id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, id </a:t>
            </a:r>
            <a:r>
              <a:rPr lang="pt-BR" sz="3200" dirty="0" err="1"/>
              <a:t>faucibus</a:t>
            </a:r>
            <a:r>
              <a:rPr lang="pt-BR" sz="3200" dirty="0"/>
              <a:t> ipsum.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imperdiet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non </a:t>
            </a:r>
            <a:r>
              <a:rPr lang="pt-BR" sz="3200" dirty="0" err="1"/>
              <a:t>leo</a:t>
            </a:r>
            <a:r>
              <a:rPr lang="pt-BR" sz="3200" dirty="0"/>
              <a:t> et </a:t>
            </a:r>
            <a:r>
              <a:rPr lang="pt-BR" sz="3200" dirty="0" err="1"/>
              <a:t>maximus</a:t>
            </a:r>
            <a:r>
              <a:rPr lang="pt-BR" sz="3200" dirty="0"/>
              <a:t>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diam</a:t>
            </a:r>
            <a:r>
              <a:rPr lang="pt-BR" sz="3200" dirty="0"/>
              <a:t>, quis </a:t>
            </a:r>
            <a:r>
              <a:rPr lang="pt-BR" sz="3200" dirty="0" err="1"/>
              <a:t>maximus</a:t>
            </a:r>
            <a:r>
              <a:rPr lang="pt-BR" sz="3200" dirty="0"/>
              <a:t> massa </a:t>
            </a:r>
            <a:r>
              <a:rPr lang="pt-BR" sz="3200" dirty="0" err="1"/>
              <a:t>pharetra</a:t>
            </a:r>
            <a:r>
              <a:rPr lang="pt-BR" sz="3200" dirty="0"/>
              <a:t> ac.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Suspendisse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. In et </a:t>
            </a:r>
            <a:r>
              <a:rPr lang="pt-BR" sz="3200" dirty="0" err="1"/>
              <a:t>accumsan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Etiam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sollicitudin</a:t>
            </a:r>
            <a:r>
              <a:rPr lang="pt-BR" sz="3200" dirty="0"/>
              <a:t> </a:t>
            </a:r>
            <a:r>
              <a:rPr lang="pt-BR" sz="3200" dirty="0" err="1"/>
              <a:t>odio</a:t>
            </a:r>
            <a:r>
              <a:rPr lang="pt-BR" sz="3200" dirty="0"/>
              <a:t>, id gravida </a:t>
            </a:r>
            <a:r>
              <a:rPr lang="pt-BR" sz="3200" dirty="0" err="1"/>
              <a:t>sapien</a:t>
            </a:r>
            <a:r>
              <a:rPr lang="pt-BR" sz="3200" dirty="0"/>
              <a:t> </a:t>
            </a:r>
            <a:r>
              <a:rPr lang="pt-BR" sz="3200" dirty="0" err="1"/>
              <a:t>pharetra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a massa </a:t>
            </a:r>
            <a:r>
              <a:rPr lang="pt-BR" sz="3200" dirty="0" err="1"/>
              <a:t>dui</a:t>
            </a:r>
            <a:r>
              <a:rPr lang="pt-BR" sz="3200" dirty="0"/>
              <a:t>. </a:t>
            </a:r>
            <a:r>
              <a:rPr lang="pt-BR" sz="3200" dirty="0" err="1"/>
              <a:t>Pellentesque</a:t>
            </a:r>
            <a:r>
              <a:rPr lang="pt-BR" sz="3200" dirty="0"/>
              <a:t> gravida, erat </a:t>
            </a:r>
            <a:r>
              <a:rPr lang="pt-BR" sz="3200" dirty="0" err="1"/>
              <a:t>viverra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iaculis</a:t>
            </a:r>
            <a:r>
              <a:rPr lang="pt-BR" sz="3200" dirty="0"/>
              <a:t>, </a:t>
            </a:r>
            <a:r>
              <a:rPr lang="pt-BR" sz="3200" dirty="0" err="1"/>
              <a:t>neque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enim</a:t>
            </a:r>
            <a:r>
              <a:rPr lang="pt-BR" sz="3200" dirty="0"/>
              <a:t>,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est </a:t>
            </a:r>
            <a:r>
              <a:rPr lang="pt-BR" sz="3200" dirty="0" err="1"/>
              <a:t>eget</a:t>
            </a:r>
            <a:r>
              <a:rPr lang="pt-BR" sz="3200" dirty="0"/>
              <a:t> erat.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accumsan</a:t>
            </a:r>
            <a:r>
              <a:rPr lang="pt-BR" sz="3200" dirty="0"/>
              <a:t>, </a:t>
            </a:r>
            <a:r>
              <a:rPr lang="pt-BR" sz="3200" dirty="0" err="1"/>
              <a:t>tellus</a:t>
            </a:r>
            <a:r>
              <a:rPr lang="pt-BR" sz="3200" dirty="0"/>
              <a:t> id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,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erat,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dolor</a:t>
            </a:r>
            <a:r>
              <a:rPr lang="pt-BR" sz="3200" dirty="0"/>
              <a:t> non </a:t>
            </a:r>
            <a:r>
              <a:rPr lang="pt-BR" sz="3200" dirty="0" err="1"/>
              <a:t>felis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 ipsum </a:t>
            </a:r>
            <a:r>
              <a:rPr lang="pt-BR" sz="3200" dirty="0" err="1"/>
              <a:t>lectus</a:t>
            </a:r>
            <a:r>
              <a:rPr lang="pt-BR" sz="3200" dirty="0"/>
              <a:t>. In </a:t>
            </a:r>
            <a:r>
              <a:rPr lang="pt-BR" sz="3200" dirty="0" err="1"/>
              <a:t>dictum</a:t>
            </a:r>
            <a:r>
              <a:rPr lang="pt-BR" sz="3200" dirty="0"/>
              <a:t>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eros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quis </a:t>
            </a:r>
            <a:r>
              <a:rPr lang="pt-BR" sz="3200" dirty="0" err="1"/>
              <a:t>faucibus</a:t>
            </a:r>
            <a:r>
              <a:rPr lang="pt-BR" sz="3200" dirty="0"/>
              <a:t> mi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. Nam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ullamcorper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,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eleifend</a:t>
            </a:r>
            <a:r>
              <a:rPr lang="pt-BR" sz="3200" dirty="0"/>
              <a:t> massa. </a:t>
            </a:r>
            <a:r>
              <a:rPr lang="pt-BR" sz="3200" dirty="0" err="1"/>
              <a:t>Praesent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 </a:t>
            </a:r>
            <a:r>
              <a:rPr lang="pt-BR" sz="3200" dirty="0" err="1"/>
              <a:t>consectetur</a:t>
            </a:r>
            <a:r>
              <a:rPr lang="pt-BR" sz="3200" dirty="0"/>
              <a:t>.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mauris</a:t>
            </a:r>
            <a:r>
              <a:rPr lang="pt-BR" sz="3200" dirty="0"/>
              <a:t> a </a:t>
            </a:r>
            <a:r>
              <a:rPr lang="pt-BR" sz="3200" dirty="0" err="1"/>
              <a:t>lorem</a:t>
            </a:r>
            <a:r>
              <a:rPr lang="pt-BR" sz="3200" dirty="0"/>
              <a:t> </a:t>
            </a:r>
            <a:r>
              <a:rPr lang="pt-BR" sz="3200" dirty="0" err="1"/>
              <a:t>rhoncus</a:t>
            </a:r>
            <a:r>
              <a:rPr lang="pt-BR" sz="3200" dirty="0"/>
              <a:t> </a:t>
            </a:r>
            <a:r>
              <a:rPr lang="pt-BR" sz="3200" dirty="0" err="1"/>
              <a:t>varius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, </a:t>
            </a:r>
            <a:r>
              <a:rPr lang="pt-BR" sz="3200" dirty="0" err="1"/>
              <a:t>ultrices</a:t>
            </a:r>
            <a:r>
              <a:rPr lang="pt-BR" sz="3200" dirty="0"/>
              <a:t> id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vel</a:t>
            </a:r>
            <a:r>
              <a:rPr lang="pt-BR" sz="3200" dirty="0"/>
              <a:t>, </a:t>
            </a:r>
            <a:r>
              <a:rPr lang="pt-BR" sz="3200" dirty="0" err="1"/>
              <a:t>mattis</a:t>
            </a:r>
            <a:r>
              <a:rPr lang="pt-BR" sz="3200" dirty="0"/>
              <a:t> </a:t>
            </a:r>
            <a:r>
              <a:rPr lang="pt-BR" sz="3200" dirty="0" err="1"/>
              <a:t>luctus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nisi</a:t>
            </a:r>
            <a:r>
              <a:rPr lang="pt-BR" sz="3200" dirty="0"/>
              <a:t>, </a:t>
            </a:r>
            <a:r>
              <a:rPr lang="pt-BR" sz="3200" dirty="0" err="1"/>
              <a:t>volutpat</a:t>
            </a:r>
            <a:r>
              <a:rPr lang="pt-BR" sz="3200" dirty="0"/>
              <a:t>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ante.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vehicula</a:t>
            </a:r>
            <a:r>
              <a:rPr lang="pt-BR" sz="3200" dirty="0"/>
              <a:t> ipsum </a:t>
            </a:r>
            <a:r>
              <a:rPr lang="pt-BR" sz="3200" dirty="0" err="1"/>
              <a:t>eros</a:t>
            </a:r>
            <a:r>
              <a:rPr lang="pt-BR" sz="3200" dirty="0"/>
              <a:t>, quis </a:t>
            </a:r>
            <a:r>
              <a:rPr lang="pt-BR" sz="3200" dirty="0" err="1"/>
              <a:t>vehicula</a:t>
            </a:r>
            <a:r>
              <a:rPr lang="pt-BR" sz="3200" dirty="0"/>
              <a:t> est </a:t>
            </a:r>
            <a:r>
              <a:rPr lang="pt-BR" sz="3200" dirty="0" err="1"/>
              <a:t>consequat</a:t>
            </a:r>
            <a:r>
              <a:rPr lang="pt-BR" sz="3200" dirty="0"/>
              <a:t> non. </a:t>
            </a:r>
            <a:r>
              <a:rPr lang="pt-BR" sz="3200" dirty="0" err="1"/>
              <a:t>Morbi</a:t>
            </a:r>
            <a:r>
              <a:rPr lang="pt-BR" sz="3200" dirty="0"/>
              <a:t> </a:t>
            </a:r>
            <a:r>
              <a:rPr lang="pt-BR" sz="3200" dirty="0" err="1"/>
              <a:t>sodales</a:t>
            </a:r>
            <a:r>
              <a:rPr lang="pt-BR" sz="3200" dirty="0"/>
              <a:t> </a:t>
            </a:r>
            <a:r>
              <a:rPr lang="pt-BR" sz="3200" dirty="0" err="1"/>
              <a:t>tempor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,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 massa </a:t>
            </a:r>
            <a:r>
              <a:rPr lang="pt-BR" sz="3200" dirty="0" err="1"/>
              <a:t>hendrerit</a:t>
            </a:r>
            <a:r>
              <a:rPr lang="pt-BR" sz="3200" dirty="0"/>
              <a:t> id.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fermentum</a:t>
            </a:r>
            <a:r>
              <a:rPr lang="pt-BR" sz="3200" dirty="0"/>
              <a:t> </a:t>
            </a:r>
            <a:r>
              <a:rPr lang="pt-BR" sz="3200" dirty="0" err="1"/>
              <a:t>velit</a:t>
            </a:r>
            <a:r>
              <a:rPr lang="pt-BR" sz="3200" dirty="0"/>
              <a:t>,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dictum</a:t>
            </a:r>
            <a:r>
              <a:rPr lang="pt-BR" sz="3200" dirty="0"/>
              <a:t> </a:t>
            </a:r>
            <a:r>
              <a:rPr lang="pt-BR" sz="3200" dirty="0" err="1"/>
              <a:t>leo</a:t>
            </a:r>
            <a:r>
              <a:rPr lang="pt-BR" sz="3200" dirty="0"/>
              <a:t> </a:t>
            </a:r>
            <a:r>
              <a:rPr lang="pt-BR" sz="3200" dirty="0" err="1"/>
              <a:t>auctor</a:t>
            </a:r>
            <a:r>
              <a:rPr lang="pt-BR" sz="3200" dirty="0"/>
              <a:t> ut. </a:t>
            </a:r>
            <a:r>
              <a:rPr lang="pt-BR" sz="3200" dirty="0" err="1"/>
              <a:t>Suspendisse</a:t>
            </a:r>
            <a:r>
              <a:rPr lang="pt-BR" sz="3200" dirty="0"/>
              <a:t> </a:t>
            </a:r>
            <a:r>
              <a:rPr lang="pt-BR" sz="3200" dirty="0" err="1"/>
              <a:t>ultrices</a:t>
            </a:r>
            <a:r>
              <a:rPr lang="pt-BR" sz="3200" dirty="0"/>
              <a:t> </a:t>
            </a:r>
            <a:r>
              <a:rPr lang="pt-BR" sz="3200" dirty="0" err="1"/>
              <a:t>blandit</a:t>
            </a:r>
            <a:r>
              <a:rPr lang="pt-BR" sz="3200" dirty="0"/>
              <a:t> libero. Nunc </a:t>
            </a:r>
            <a:r>
              <a:rPr lang="pt-BR" sz="3200" dirty="0" err="1"/>
              <a:t>pellentesque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ut mi </a:t>
            </a:r>
            <a:r>
              <a:rPr lang="pt-BR" sz="3200" dirty="0" err="1"/>
              <a:t>consequat</a:t>
            </a:r>
            <a:r>
              <a:rPr lang="pt-BR" sz="3200" dirty="0"/>
              <a:t>, et </a:t>
            </a:r>
            <a:r>
              <a:rPr lang="pt-BR" sz="3200" dirty="0" err="1"/>
              <a:t>vulputate</a:t>
            </a:r>
            <a:r>
              <a:rPr lang="pt-BR" sz="3200" dirty="0"/>
              <a:t> </a:t>
            </a:r>
            <a:r>
              <a:rPr lang="pt-BR" sz="3200" dirty="0" err="1"/>
              <a:t>eros</a:t>
            </a:r>
            <a:r>
              <a:rPr lang="pt-BR" sz="3200" dirty="0"/>
              <a:t> </a:t>
            </a:r>
            <a:r>
              <a:rPr lang="pt-BR" sz="3200" dirty="0" err="1"/>
              <a:t>accumsan</a:t>
            </a:r>
            <a:r>
              <a:rPr lang="pt-BR" sz="3200" dirty="0"/>
              <a:t>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mattis</a:t>
            </a:r>
            <a:r>
              <a:rPr lang="pt-BR" sz="3200" dirty="0"/>
              <a:t> magna </a:t>
            </a:r>
            <a:r>
              <a:rPr lang="pt-BR" sz="3200" dirty="0" err="1"/>
              <a:t>at</a:t>
            </a:r>
            <a:r>
              <a:rPr lang="pt-BR" sz="3200" dirty="0"/>
              <a:t> libero </a:t>
            </a:r>
            <a:r>
              <a:rPr lang="pt-BR" sz="3200" dirty="0" err="1"/>
              <a:t>feugiat</a:t>
            </a:r>
            <a:r>
              <a:rPr lang="pt-BR" sz="3200" dirty="0"/>
              <a:t>,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aliquet</a:t>
            </a:r>
            <a:r>
              <a:rPr lang="pt-BR" sz="3200" dirty="0"/>
              <a:t>. In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mi. </a:t>
            </a:r>
            <a:r>
              <a:rPr lang="pt-BR" sz="3200" dirty="0" err="1"/>
              <a:t>Integer</a:t>
            </a:r>
            <a:r>
              <a:rPr lang="pt-BR" sz="3200" dirty="0"/>
              <a:t> </a:t>
            </a:r>
            <a:r>
              <a:rPr lang="pt-BR" sz="3200" dirty="0" err="1"/>
              <a:t>commodo</a:t>
            </a:r>
            <a:r>
              <a:rPr lang="pt-BR" sz="3200" dirty="0"/>
              <a:t> libero ut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mollis</a:t>
            </a:r>
            <a:r>
              <a:rPr lang="pt-BR" sz="3200" dirty="0"/>
              <a:t>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nisi</a:t>
            </a:r>
            <a:r>
              <a:rPr lang="pt-BR" sz="3200" dirty="0"/>
              <a:t> urna, </a:t>
            </a:r>
            <a:r>
              <a:rPr lang="pt-BR" sz="3200" dirty="0" err="1"/>
              <a:t>tempor</a:t>
            </a:r>
            <a:r>
              <a:rPr lang="pt-BR" sz="3200" dirty="0"/>
              <a:t> non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nec</a:t>
            </a:r>
            <a:r>
              <a:rPr lang="pt-BR" sz="3200" dirty="0"/>
              <a:t>, </a:t>
            </a:r>
            <a:r>
              <a:rPr lang="pt-BR" sz="3200" dirty="0" err="1"/>
              <a:t>egestas</a:t>
            </a:r>
            <a:r>
              <a:rPr lang="pt-BR" sz="3200" dirty="0"/>
              <a:t> vitae justo. </a:t>
            </a:r>
            <a:r>
              <a:rPr lang="pt-BR" sz="3200" dirty="0" err="1"/>
              <a:t>Duis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sapien</a:t>
            </a:r>
            <a:r>
              <a:rPr lang="pt-BR" sz="3200" dirty="0"/>
              <a:t>, et </a:t>
            </a:r>
            <a:r>
              <a:rPr lang="pt-BR" sz="3200" dirty="0" err="1"/>
              <a:t>efficitur</a:t>
            </a:r>
            <a:r>
              <a:rPr lang="pt-BR" sz="3200" dirty="0"/>
              <a:t> </a:t>
            </a:r>
            <a:r>
              <a:rPr lang="pt-BR" sz="3200" dirty="0" err="1"/>
              <a:t>tortor</a:t>
            </a:r>
            <a:r>
              <a:rPr lang="pt-BR" sz="3200" dirty="0"/>
              <a:t>. 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mattis</a:t>
            </a:r>
            <a:r>
              <a:rPr lang="pt-BR" sz="3200" dirty="0"/>
              <a:t> magna </a:t>
            </a:r>
            <a:r>
              <a:rPr lang="pt-BR" sz="3200" dirty="0" err="1"/>
              <a:t>at</a:t>
            </a:r>
            <a:r>
              <a:rPr lang="pt-BR" sz="3200" dirty="0"/>
              <a:t> libero </a:t>
            </a:r>
            <a:r>
              <a:rPr lang="pt-BR" sz="3200" dirty="0" err="1"/>
              <a:t>feugiat</a:t>
            </a:r>
            <a:r>
              <a:rPr lang="pt-BR" sz="3200" dirty="0"/>
              <a:t>,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aliquet</a:t>
            </a:r>
            <a:r>
              <a:rPr lang="pt-BR" sz="3200" dirty="0"/>
              <a:t>. In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mi. </a:t>
            </a:r>
            <a:r>
              <a:rPr lang="pt-BR" sz="3200" dirty="0" err="1"/>
              <a:t>Integer</a:t>
            </a:r>
            <a:r>
              <a:rPr lang="pt-BR" sz="3200" dirty="0"/>
              <a:t> </a:t>
            </a:r>
            <a:r>
              <a:rPr lang="pt-BR" sz="3200" dirty="0" err="1"/>
              <a:t>commodo</a:t>
            </a:r>
            <a:r>
              <a:rPr lang="pt-BR" sz="3200" dirty="0"/>
              <a:t> libero ut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endParaRPr lang="pt-BR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B206E9E4-1F0D-47AF-AB51-57877C173B08}"/>
              </a:ext>
            </a:extLst>
          </p:cNvPr>
          <p:cNvSpPr txBox="1"/>
          <p:nvPr/>
        </p:nvSpPr>
        <p:spPr>
          <a:xfrm>
            <a:off x="16347223" y="4815907"/>
            <a:ext cx="15840000" cy="104644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Estudo de Caso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r>
              <a:rPr lang="pt-BR" sz="3200" dirty="0" err="1"/>
              <a:t>Suspendisse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. In et </a:t>
            </a:r>
            <a:r>
              <a:rPr lang="pt-BR" sz="3200" dirty="0" err="1"/>
              <a:t>accumsan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Etiam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sollicitudin</a:t>
            </a:r>
            <a:r>
              <a:rPr lang="pt-BR" sz="3200" dirty="0"/>
              <a:t> </a:t>
            </a:r>
            <a:r>
              <a:rPr lang="pt-BR" sz="3200" dirty="0" err="1"/>
              <a:t>odio</a:t>
            </a:r>
            <a:r>
              <a:rPr lang="pt-BR" sz="3200" dirty="0"/>
              <a:t>, id gravida </a:t>
            </a:r>
            <a:r>
              <a:rPr lang="pt-BR" sz="3200" dirty="0" err="1"/>
              <a:t>sapien</a:t>
            </a:r>
            <a:r>
              <a:rPr lang="pt-BR" sz="3200" dirty="0"/>
              <a:t> </a:t>
            </a:r>
            <a:r>
              <a:rPr lang="pt-BR" sz="3200" dirty="0" err="1"/>
              <a:t>pharetra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a massa </a:t>
            </a:r>
            <a:r>
              <a:rPr lang="pt-BR" sz="3200" dirty="0" err="1"/>
              <a:t>dui</a:t>
            </a:r>
            <a:r>
              <a:rPr lang="pt-BR" sz="3200" dirty="0"/>
              <a:t>. </a:t>
            </a:r>
            <a:r>
              <a:rPr lang="pt-BR" sz="3200" dirty="0" err="1"/>
              <a:t>Pellentesque</a:t>
            </a:r>
            <a:r>
              <a:rPr lang="pt-BR" sz="3200" dirty="0"/>
              <a:t> gravida, erat </a:t>
            </a:r>
            <a:r>
              <a:rPr lang="pt-BR" sz="3200" dirty="0" err="1"/>
              <a:t>viverra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iaculis</a:t>
            </a:r>
            <a:r>
              <a:rPr lang="pt-BR" sz="3200" dirty="0"/>
              <a:t>, </a:t>
            </a:r>
            <a:r>
              <a:rPr lang="pt-BR" sz="3200" dirty="0" err="1"/>
              <a:t>neque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enim</a:t>
            </a:r>
            <a:r>
              <a:rPr lang="pt-BR" sz="3200" dirty="0"/>
              <a:t>,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est </a:t>
            </a:r>
            <a:r>
              <a:rPr lang="pt-BR" sz="3200" dirty="0" err="1"/>
              <a:t>eget</a:t>
            </a:r>
            <a:r>
              <a:rPr lang="pt-BR" sz="3200" dirty="0"/>
              <a:t> erat.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accumsan</a:t>
            </a:r>
            <a:r>
              <a:rPr lang="pt-BR" sz="3200" dirty="0"/>
              <a:t>, </a:t>
            </a:r>
            <a:r>
              <a:rPr lang="pt-BR" sz="3200" dirty="0" err="1"/>
              <a:t>tellus</a:t>
            </a:r>
            <a:r>
              <a:rPr lang="pt-BR" sz="3200" dirty="0"/>
              <a:t> id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,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erat,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dolor</a:t>
            </a:r>
            <a:r>
              <a:rPr lang="pt-BR" sz="3200" dirty="0"/>
              <a:t> non </a:t>
            </a:r>
            <a:r>
              <a:rPr lang="pt-BR" sz="3200" dirty="0" err="1"/>
              <a:t>felis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 ipsum </a:t>
            </a:r>
            <a:r>
              <a:rPr lang="pt-BR" sz="3200" dirty="0" err="1"/>
              <a:t>lectus</a:t>
            </a:r>
            <a:r>
              <a:rPr lang="pt-BR" sz="3200" dirty="0"/>
              <a:t>. In </a:t>
            </a:r>
            <a:r>
              <a:rPr lang="pt-BR" sz="3200" dirty="0" err="1"/>
              <a:t>dictum</a:t>
            </a:r>
            <a:r>
              <a:rPr lang="pt-BR" sz="3200" dirty="0"/>
              <a:t>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eros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quis </a:t>
            </a:r>
            <a:r>
              <a:rPr lang="pt-BR" sz="3200" dirty="0" err="1"/>
              <a:t>faucibus</a:t>
            </a:r>
            <a:r>
              <a:rPr lang="pt-BR" sz="3200" dirty="0"/>
              <a:t> mi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. Nam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ullamcorper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,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eleifend</a:t>
            </a:r>
            <a:r>
              <a:rPr lang="pt-BR" sz="3200" dirty="0"/>
              <a:t> massa. </a:t>
            </a:r>
            <a:r>
              <a:rPr lang="pt-BR" sz="3200" dirty="0" err="1"/>
              <a:t>Praesent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 </a:t>
            </a:r>
            <a:r>
              <a:rPr lang="pt-BR" sz="3200" dirty="0" err="1"/>
              <a:t>consectetur</a:t>
            </a:r>
            <a:r>
              <a:rPr lang="pt-BR" sz="3200" dirty="0"/>
              <a:t>.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mauris</a:t>
            </a:r>
            <a:r>
              <a:rPr lang="pt-BR" sz="3200" dirty="0"/>
              <a:t> a </a:t>
            </a:r>
            <a:r>
              <a:rPr lang="pt-BR" sz="3200" dirty="0" err="1"/>
              <a:t>lorem</a:t>
            </a:r>
            <a:r>
              <a:rPr lang="pt-BR" sz="3200" dirty="0"/>
              <a:t> </a:t>
            </a:r>
            <a:r>
              <a:rPr lang="pt-BR" sz="3200" dirty="0" err="1"/>
              <a:t>rhoncus</a:t>
            </a:r>
            <a:r>
              <a:rPr lang="pt-BR" sz="3200" dirty="0"/>
              <a:t> </a:t>
            </a:r>
            <a:r>
              <a:rPr lang="pt-BR" sz="3200" dirty="0" err="1"/>
              <a:t>varius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, </a:t>
            </a:r>
            <a:r>
              <a:rPr lang="pt-BR" sz="3200" dirty="0" err="1"/>
              <a:t>ultrices</a:t>
            </a:r>
            <a:r>
              <a:rPr lang="pt-BR" sz="3200" dirty="0"/>
              <a:t> id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vel</a:t>
            </a:r>
            <a:r>
              <a:rPr lang="pt-BR" sz="3200" dirty="0"/>
              <a:t>, </a:t>
            </a:r>
            <a:r>
              <a:rPr lang="pt-BR" sz="3200" dirty="0" err="1"/>
              <a:t>mattis</a:t>
            </a:r>
            <a:r>
              <a:rPr lang="pt-BR" sz="3200" dirty="0"/>
              <a:t> </a:t>
            </a:r>
            <a:r>
              <a:rPr lang="pt-BR" sz="3200" dirty="0" err="1"/>
              <a:t>luctus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nisi</a:t>
            </a:r>
            <a:r>
              <a:rPr lang="pt-BR" sz="3200" dirty="0"/>
              <a:t>, </a:t>
            </a:r>
            <a:r>
              <a:rPr lang="pt-BR" sz="3200" dirty="0" err="1"/>
              <a:t>volutpat</a:t>
            </a:r>
            <a:r>
              <a:rPr lang="pt-BR" sz="3200" dirty="0"/>
              <a:t>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ante.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15272D6E-1FD7-4C7E-AA34-5132CAC28839}"/>
              </a:ext>
            </a:extLst>
          </p:cNvPr>
          <p:cNvSpPr txBox="1"/>
          <p:nvPr/>
        </p:nvSpPr>
        <p:spPr>
          <a:xfrm>
            <a:off x="122254" y="20568804"/>
            <a:ext cx="15840000" cy="153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Metodologia</a:t>
            </a:r>
            <a:endParaRPr lang="pt-BR" sz="3200" dirty="0"/>
          </a:p>
          <a:p>
            <a:pPr algn="just"/>
            <a:r>
              <a:rPr lang="pt-BR" sz="3200" dirty="0" err="1"/>
              <a:t>Lorem</a:t>
            </a:r>
            <a:r>
              <a:rPr lang="pt-BR" sz="3200" dirty="0"/>
              <a:t> ipsum </a:t>
            </a:r>
            <a:r>
              <a:rPr lang="pt-BR" sz="3200" dirty="0" err="1"/>
              <a:t>dolor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, </a:t>
            </a:r>
            <a:r>
              <a:rPr lang="pt-BR" sz="3200" dirty="0" err="1"/>
              <a:t>consectetur</a:t>
            </a:r>
            <a:r>
              <a:rPr lang="pt-BR" sz="3200" dirty="0"/>
              <a:t> </a:t>
            </a:r>
            <a:r>
              <a:rPr lang="pt-BR" sz="3200" dirty="0" err="1"/>
              <a:t>adipiscing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</a:t>
            </a:r>
            <a:r>
              <a:rPr lang="pt-BR" sz="3200" dirty="0" err="1"/>
              <a:t>Quisque</a:t>
            </a:r>
            <a:r>
              <a:rPr lang="pt-BR" sz="3200" dirty="0"/>
              <a:t> non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dignissim</a:t>
            </a:r>
            <a:r>
              <a:rPr lang="pt-BR" sz="3200" dirty="0"/>
              <a:t> </a:t>
            </a:r>
            <a:r>
              <a:rPr lang="pt-BR" sz="3200" dirty="0" err="1"/>
              <a:t>maximus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pretium</a:t>
            </a:r>
            <a:r>
              <a:rPr lang="pt-BR" sz="3200" dirty="0"/>
              <a:t> </a:t>
            </a:r>
            <a:r>
              <a:rPr lang="pt-BR" sz="3200" dirty="0" err="1"/>
              <a:t>turpis</a:t>
            </a:r>
            <a:r>
              <a:rPr lang="pt-BR" sz="3200" dirty="0"/>
              <a:t> </a:t>
            </a:r>
            <a:r>
              <a:rPr lang="pt-BR" sz="3200" dirty="0" err="1"/>
              <a:t>auctor</a:t>
            </a:r>
            <a:r>
              <a:rPr lang="pt-BR" sz="3200" dirty="0"/>
              <a:t> ut. </a:t>
            </a:r>
            <a:r>
              <a:rPr lang="pt-BR" sz="3200" dirty="0" err="1"/>
              <a:t>Pellentesque</a:t>
            </a:r>
            <a:r>
              <a:rPr lang="pt-BR" sz="3200" dirty="0"/>
              <a:t> non </a:t>
            </a:r>
            <a:r>
              <a:rPr lang="pt-BR" sz="3200" dirty="0" err="1"/>
              <a:t>convallis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. </a:t>
            </a:r>
            <a:r>
              <a:rPr lang="pt-BR" sz="3200" dirty="0" err="1"/>
              <a:t>Phasellus</a:t>
            </a:r>
            <a:r>
              <a:rPr lang="pt-BR" sz="3200" dirty="0"/>
              <a:t> </a:t>
            </a:r>
            <a:r>
              <a:rPr lang="pt-BR" sz="3200" dirty="0" err="1"/>
              <a:t>finibus</a:t>
            </a:r>
            <a:r>
              <a:rPr lang="pt-BR" sz="3200" dirty="0"/>
              <a:t> </a:t>
            </a:r>
            <a:r>
              <a:rPr lang="pt-BR" sz="3200" dirty="0" err="1"/>
              <a:t>pulvinar</a:t>
            </a:r>
            <a:r>
              <a:rPr lang="pt-BR" sz="3200" dirty="0"/>
              <a:t> urna, quis porta erat gravida </a:t>
            </a:r>
            <a:r>
              <a:rPr lang="pt-BR" sz="3200" dirty="0" err="1"/>
              <a:t>nec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semper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eu </a:t>
            </a:r>
            <a:r>
              <a:rPr lang="pt-BR" sz="3200" dirty="0" err="1"/>
              <a:t>lobortis</a:t>
            </a:r>
            <a:r>
              <a:rPr lang="pt-BR" sz="3200" dirty="0"/>
              <a:t> </a:t>
            </a:r>
            <a:r>
              <a:rPr lang="pt-BR" sz="3200" dirty="0" err="1"/>
              <a:t>commodo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 est, </a:t>
            </a:r>
            <a:r>
              <a:rPr lang="pt-BR" sz="3200" dirty="0" err="1"/>
              <a:t>feugiat</a:t>
            </a:r>
            <a:r>
              <a:rPr lang="pt-BR" sz="3200" dirty="0"/>
              <a:t> eu </a:t>
            </a:r>
            <a:r>
              <a:rPr lang="pt-BR" sz="3200" dirty="0" err="1"/>
              <a:t>lobortis</a:t>
            </a:r>
            <a:r>
              <a:rPr lang="pt-BR" sz="3200" dirty="0"/>
              <a:t> ac, </a:t>
            </a:r>
            <a:r>
              <a:rPr lang="pt-BR" sz="3200" dirty="0" err="1"/>
              <a:t>facilisis</a:t>
            </a:r>
            <a:r>
              <a:rPr lang="pt-BR" sz="3200" dirty="0"/>
              <a:t> a </a:t>
            </a:r>
            <a:r>
              <a:rPr lang="pt-BR" sz="3200" dirty="0" err="1"/>
              <a:t>odio</a:t>
            </a:r>
            <a:r>
              <a:rPr lang="pt-BR" sz="3200" dirty="0"/>
              <a:t>. Nunc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, </a:t>
            </a:r>
            <a:r>
              <a:rPr lang="pt-BR" sz="3200" dirty="0" err="1"/>
              <a:t>consequat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urna ut,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ultrices</a:t>
            </a:r>
            <a:r>
              <a:rPr lang="pt-BR" sz="3200" dirty="0"/>
              <a:t> </a:t>
            </a:r>
            <a:r>
              <a:rPr lang="pt-BR" sz="3200" dirty="0" err="1"/>
              <a:t>neque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quis </a:t>
            </a:r>
            <a:r>
              <a:rPr lang="pt-BR" sz="3200" dirty="0" err="1"/>
              <a:t>quam</a:t>
            </a:r>
            <a:r>
              <a:rPr lang="pt-BR" sz="3200" dirty="0"/>
              <a:t> vitae erat </a:t>
            </a:r>
            <a:r>
              <a:rPr lang="pt-BR" sz="3200" dirty="0" err="1"/>
              <a:t>commodo</a:t>
            </a:r>
            <a:r>
              <a:rPr lang="pt-BR" sz="3200" dirty="0"/>
              <a:t> </a:t>
            </a:r>
            <a:r>
              <a:rPr lang="pt-BR" sz="3200" dirty="0" err="1"/>
              <a:t>elementum</a:t>
            </a:r>
            <a:r>
              <a:rPr lang="pt-BR" sz="3200" dirty="0"/>
              <a:t> in ut </a:t>
            </a:r>
            <a:r>
              <a:rPr lang="pt-BR" sz="3200" dirty="0" err="1"/>
              <a:t>risus</a:t>
            </a:r>
            <a:r>
              <a:rPr lang="pt-BR" sz="3200" dirty="0"/>
              <a:t>. Nam </a:t>
            </a:r>
            <a:r>
              <a:rPr lang="pt-BR" sz="3200" dirty="0" err="1"/>
              <a:t>ornare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pulvinar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pellentesque</a:t>
            </a:r>
            <a:r>
              <a:rPr lang="pt-BR" sz="3200" dirty="0"/>
              <a:t> </a:t>
            </a:r>
            <a:r>
              <a:rPr lang="pt-BR" sz="3200" dirty="0" err="1"/>
              <a:t>dapibus</a:t>
            </a:r>
            <a:r>
              <a:rPr lang="pt-BR" sz="3200" dirty="0"/>
              <a:t> </a:t>
            </a:r>
            <a:r>
              <a:rPr lang="pt-BR" sz="3200" dirty="0" err="1"/>
              <a:t>augue</a:t>
            </a:r>
            <a:r>
              <a:rPr lang="pt-BR" sz="3200" dirty="0"/>
              <a:t>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Aenean</a:t>
            </a:r>
            <a:r>
              <a:rPr lang="pt-BR" sz="3200" dirty="0"/>
              <a:t> eu </a:t>
            </a:r>
            <a:r>
              <a:rPr lang="pt-BR" sz="3200" dirty="0" err="1"/>
              <a:t>lectus</a:t>
            </a:r>
            <a:r>
              <a:rPr lang="pt-BR" sz="3200" dirty="0"/>
              <a:t> a </a:t>
            </a:r>
            <a:r>
              <a:rPr lang="pt-BR" sz="3200" dirty="0" err="1"/>
              <a:t>augue</a:t>
            </a:r>
            <a:r>
              <a:rPr lang="pt-BR" sz="3200" dirty="0"/>
              <a:t>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vehicula</a:t>
            </a:r>
            <a:r>
              <a:rPr lang="pt-BR" sz="3200" dirty="0"/>
              <a:t>. </a:t>
            </a:r>
            <a:r>
              <a:rPr lang="pt-BR" sz="3200" dirty="0" err="1"/>
              <a:t>Integer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urna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sodales</a:t>
            </a:r>
            <a:r>
              <a:rPr lang="pt-BR" sz="3200" dirty="0"/>
              <a:t> </a:t>
            </a:r>
            <a:r>
              <a:rPr lang="pt-BR" sz="3200" dirty="0" err="1"/>
              <a:t>ornare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aliquet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et </a:t>
            </a:r>
            <a:r>
              <a:rPr lang="pt-BR" sz="3200" dirty="0" err="1"/>
              <a:t>congue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id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, id </a:t>
            </a:r>
            <a:r>
              <a:rPr lang="pt-BR" sz="3200" dirty="0" err="1"/>
              <a:t>faucibus</a:t>
            </a:r>
            <a:r>
              <a:rPr lang="pt-BR" sz="3200" dirty="0"/>
              <a:t> ipsum.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imperdiet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non </a:t>
            </a:r>
            <a:r>
              <a:rPr lang="pt-BR" sz="3200" dirty="0" err="1"/>
              <a:t>leo</a:t>
            </a:r>
            <a:r>
              <a:rPr lang="pt-BR" sz="3200" dirty="0"/>
              <a:t> et </a:t>
            </a:r>
            <a:r>
              <a:rPr lang="pt-BR" sz="3200" dirty="0" err="1"/>
              <a:t>maximus</a:t>
            </a:r>
            <a:r>
              <a:rPr lang="pt-BR" sz="3200" dirty="0"/>
              <a:t>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diam</a:t>
            </a:r>
            <a:r>
              <a:rPr lang="pt-BR" sz="3200" dirty="0"/>
              <a:t>, quis </a:t>
            </a:r>
            <a:r>
              <a:rPr lang="pt-BR" sz="3200" dirty="0" err="1"/>
              <a:t>maximus</a:t>
            </a:r>
            <a:r>
              <a:rPr lang="pt-BR" sz="3200" dirty="0"/>
              <a:t> massa </a:t>
            </a:r>
            <a:r>
              <a:rPr lang="pt-BR" sz="3200" dirty="0" err="1"/>
              <a:t>pharetra</a:t>
            </a:r>
            <a:r>
              <a:rPr lang="pt-BR" sz="3200" dirty="0"/>
              <a:t> ac.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Suspendisse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. In et </a:t>
            </a:r>
            <a:r>
              <a:rPr lang="pt-BR" sz="3200" dirty="0" err="1"/>
              <a:t>accumsan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Etiam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sollicitudin</a:t>
            </a:r>
            <a:r>
              <a:rPr lang="pt-BR" sz="3200" dirty="0"/>
              <a:t> </a:t>
            </a:r>
            <a:r>
              <a:rPr lang="pt-BR" sz="3200" dirty="0" err="1"/>
              <a:t>odio</a:t>
            </a:r>
            <a:r>
              <a:rPr lang="pt-BR" sz="3200" dirty="0"/>
              <a:t>, id gravida </a:t>
            </a:r>
            <a:r>
              <a:rPr lang="pt-BR" sz="3200" dirty="0" err="1"/>
              <a:t>sapien</a:t>
            </a:r>
            <a:r>
              <a:rPr lang="pt-BR" sz="3200" dirty="0"/>
              <a:t> </a:t>
            </a:r>
            <a:r>
              <a:rPr lang="pt-BR" sz="3200" dirty="0" err="1"/>
              <a:t>pharetra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a massa </a:t>
            </a:r>
            <a:r>
              <a:rPr lang="pt-BR" sz="3200" dirty="0" err="1"/>
              <a:t>dui</a:t>
            </a:r>
            <a:r>
              <a:rPr lang="pt-BR" sz="3200" dirty="0"/>
              <a:t>. </a:t>
            </a:r>
            <a:r>
              <a:rPr lang="pt-BR" sz="3200" dirty="0" err="1"/>
              <a:t>Pellentesque</a:t>
            </a:r>
            <a:r>
              <a:rPr lang="pt-BR" sz="3200" dirty="0"/>
              <a:t> gravida, erat </a:t>
            </a:r>
            <a:r>
              <a:rPr lang="pt-BR" sz="3200" dirty="0" err="1"/>
              <a:t>viverra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iaculis</a:t>
            </a:r>
            <a:r>
              <a:rPr lang="pt-BR" sz="3200" dirty="0"/>
              <a:t>, </a:t>
            </a:r>
            <a:r>
              <a:rPr lang="pt-BR" sz="3200" dirty="0" err="1"/>
              <a:t>neque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enim</a:t>
            </a:r>
            <a:r>
              <a:rPr lang="pt-BR" sz="3200" dirty="0"/>
              <a:t>,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est </a:t>
            </a:r>
            <a:r>
              <a:rPr lang="pt-BR" sz="3200" dirty="0" err="1"/>
              <a:t>eget</a:t>
            </a:r>
            <a:r>
              <a:rPr lang="pt-BR" sz="3200" dirty="0"/>
              <a:t> erat.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accumsan</a:t>
            </a:r>
            <a:r>
              <a:rPr lang="pt-BR" sz="3200" dirty="0"/>
              <a:t>, </a:t>
            </a:r>
            <a:r>
              <a:rPr lang="pt-BR" sz="3200" dirty="0" err="1"/>
              <a:t>tellus</a:t>
            </a:r>
            <a:r>
              <a:rPr lang="pt-BR" sz="3200" dirty="0"/>
              <a:t> id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,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erat,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dolor</a:t>
            </a:r>
            <a:r>
              <a:rPr lang="pt-BR" sz="3200" dirty="0"/>
              <a:t> non </a:t>
            </a:r>
            <a:r>
              <a:rPr lang="pt-BR" sz="3200" dirty="0" err="1"/>
              <a:t>felis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 ipsum </a:t>
            </a:r>
            <a:r>
              <a:rPr lang="pt-BR" sz="3200" dirty="0" err="1"/>
              <a:t>lectus</a:t>
            </a:r>
            <a:r>
              <a:rPr lang="pt-BR" sz="3200" dirty="0"/>
              <a:t>. In </a:t>
            </a:r>
            <a:r>
              <a:rPr lang="pt-BR" sz="3200" dirty="0" err="1"/>
              <a:t>dictum</a:t>
            </a:r>
            <a:r>
              <a:rPr lang="pt-BR" sz="3200" dirty="0"/>
              <a:t>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eros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quis </a:t>
            </a:r>
            <a:r>
              <a:rPr lang="pt-BR" sz="3200" dirty="0" err="1"/>
              <a:t>faucibus</a:t>
            </a:r>
            <a:r>
              <a:rPr lang="pt-BR" sz="3200" dirty="0"/>
              <a:t> mi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. Nam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ullamcorper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,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eleifend</a:t>
            </a:r>
            <a:r>
              <a:rPr lang="pt-BR" sz="3200" dirty="0"/>
              <a:t> massa. </a:t>
            </a:r>
            <a:r>
              <a:rPr lang="pt-BR" sz="3200" dirty="0" err="1"/>
              <a:t>Praesent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 </a:t>
            </a:r>
            <a:r>
              <a:rPr lang="pt-BR" sz="3200" dirty="0" err="1"/>
              <a:t>consectetur</a:t>
            </a:r>
            <a:r>
              <a:rPr lang="pt-BR" sz="3200" dirty="0"/>
              <a:t>.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mauris</a:t>
            </a:r>
            <a:r>
              <a:rPr lang="pt-BR" sz="3200" dirty="0"/>
              <a:t> a </a:t>
            </a:r>
            <a:r>
              <a:rPr lang="pt-BR" sz="3200" dirty="0" err="1"/>
              <a:t>lorem</a:t>
            </a:r>
            <a:r>
              <a:rPr lang="pt-BR" sz="3200" dirty="0"/>
              <a:t> </a:t>
            </a:r>
            <a:r>
              <a:rPr lang="pt-BR" sz="3200" dirty="0" err="1"/>
              <a:t>rhoncus</a:t>
            </a:r>
            <a:r>
              <a:rPr lang="pt-BR" sz="3200" dirty="0"/>
              <a:t> </a:t>
            </a:r>
            <a:r>
              <a:rPr lang="pt-BR" sz="3200" dirty="0" err="1"/>
              <a:t>varius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, </a:t>
            </a:r>
            <a:r>
              <a:rPr lang="pt-BR" sz="3200" dirty="0" err="1"/>
              <a:t>ultrices</a:t>
            </a:r>
            <a:r>
              <a:rPr lang="pt-BR" sz="3200" dirty="0"/>
              <a:t> id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vel</a:t>
            </a:r>
            <a:r>
              <a:rPr lang="pt-BR" sz="3200" dirty="0"/>
              <a:t>, </a:t>
            </a:r>
            <a:r>
              <a:rPr lang="pt-BR" sz="3200" dirty="0" err="1"/>
              <a:t>mattis</a:t>
            </a:r>
            <a:r>
              <a:rPr lang="pt-BR" sz="3200" dirty="0"/>
              <a:t> </a:t>
            </a:r>
            <a:r>
              <a:rPr lang="pt-BR" sz="3200" dirty="0" err="1"/>
              <a:t>luctus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nisi</a:t>
            </a:r>
            <a:r>
              <a:rPr lang="pt-BR" sz="3200" dirty="0"/>
              <a:t>, </a:t>
            </a:r>
            <a:r>
              <a:rPr lang="pt-BR" sz="3200" dirty="0" err="1"/>
              <a:t>volutpat</a:t>
            </a:r>
            <a:r>
              <a:rPr lang="pt-BR" sz="3200" dirty="0"/>
              <a:t>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ante.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vehicula</a:t>
            </a:r>
            <a:r>
              <a:rPr lang="pt-BR" sz="3200" dirty="0"/>
              <a:t> ipsum </a:t>
            </a:r>
            <a:r>
              <a:rPr lang="pt-BR" sz="3200" dirty="0" err="1"/>
              <a:t>eros</a:t>
            </a:r>
            <a:r>
              <a:rPr lang="pt-BR" sz="3200" dirty="0"/>
              <a:t>, quis </a:t>
            </a:r>
            <a:r>
              <a:rPr lang="pt-BR" sz="3200" dirty="0" err="1"/>
              <a:t>vehicula</a:t>
            </a:r>
            <a:r>
              <a:rPr lang="pt-BR" sz="3200" dirty="0"/>
              <a:t> est </a:t>
            </a:r>
            <a:r>
              <a:rPr lang="pt-BR" sz="3200" dirty="0" err="1"/>
              <a:t>consequat</a:t>
            </a:r>
            <a:r>
              <a:rPr lang="pt-BR" sz="3200" dirty="0"/>
              <a:t> non. </a:t>
            </a:r>
            <a:r>
              <a:rPr lang="pt-BR" sz="3200" dirty="0" err="1"/>
              <a:t>Morbi</a:t>
            </a:r>
            <a:r>
              <a:rPr lang="pt-BR" sz="3200" dirty="0"/>
              <a:t> </a:t>
            </a:r>
            <a:r>
              <a:rPr lang="pt-BR" sz="3200" dirty="0" err="1"/>
              <a:t>sodales</a:t>
            </a:r>
            <a:r>
              <a:rPr lang="pt-BR" sz="3200" dirty="0"/>
              <a:t> </a:t>
            </a:r>
            <a:r>
              <a:rPr lang="pt-BR" sz="3200" dirty="0" err="1"/>
              <a:t>tempor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,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 massa </a:t>
            </a:r>
            <a:r>
              <a:rPr lang="pt-BR" sz="3200" dirty="0" err="1"/>
              <a:t>hendrerit</a:t>
            </a:r>
            <a:r>
              <a:rPr lang="pt-BR" sz="3200" dirty="0"/>
              <a:t> id.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fermentum</a:t>
            </a:r>
            <a:r>
              <a:rPr lang="pt-BR" sz="3200" dirty="0"/>
              <a:t> </a:t>
            </a:r>
            <a:r>
              <a:rPr lang="pt-BR" sz="3200" dirty="0" err="1"/>
              <a:t>velit</a:t>
            </a:r>
            <a:r>
              <a:rPr lang="pt-BR" sz="3200" dirty="0"/>
              <a:t>,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dictum</a:t>
            </a:r>
            <a:r>
              <a:rPr lang="pt-BR" sz="3200" dirty="0"/>
              <a:t> </a:t>
            </a:r>
            <a:r>
              <a:rPr lang="pt-BR" sz="3200" dirty="0" err="1"/>
              <a:t>leo</a:t>
            </a:r>
            <a:r>
              <a:rPr lang="pt-BR" sz="3200" dirty="0"/>
              <a:t> </a:t>
            </a:r>
            <a:r>
              <a:rPr lang="pt-BR" sz="3200" dirty="0" err="1"/>
              <a:t>auctor</a:t>
            </a:r>
            <a:r>
              <a:rPr lang="pt-BR" sz="3200" dirty="0"/>
              <a:t> ut. </a:t>
            </a:r>
            <a:r>
              <a:rPr lang="pt-BR" sz="3200" dirty="0" err="1"/>
              <a:t>Suspendisse</a:t>
            </a:r>
            <a:r>
              <a:rPr lang="pt-BR" sz="3200" dirty="0"/>
              <a:t> </a:t>
            </a:r>
            <a:r>
              <a:rPr lang="pt-BR" sz="3200" dirty="0" err="1"/>
              <a:t>ultrices</a:t>
            </a:r>
            <a:r>
              <a:rPr lang="pt-BR" sz="3200" dirty="0"/>
              <a:t> </a:t>
            </a:r>
            <a:r>
              <a:rPr lang="pt-BR" sz="3200" dirty="0" err="1"/>
              <a:t>blandit</a:t>
            </a:r>
            <a:r>
              <a:rPr lang="pt-BR" sz="3200" dirty="0"/>
              <a:t> libero. Nunc </a:t>
            </a:r>
            <a:r>
              <a:rPr lang="pt-BR" sz="3200" dirty="0" err="1"/>
              <a:t>pellentesque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ut mi </a:t>
            </a:r>
            <a:r>
              <a:rPr lang="pt-BR" sz="3200" dirty="0" err="1"/>
              <a:t>consequat</a:t>
            </a:r>
            <a:r>
              <a:rPr lang="pt-BR" sz="3200" dirty="0"/>
              <a:t>, et </a:t>
            </a:r>
            <a:r>
              <a:rPr lang="pt-BR" sz="3200" dirty="0" err="1"/>
              <a:t>vulputate</a:t>
            </a:r>
            <a:r>
              <a:rPr lang="pt-BR" sz="3200" dirty="0"/>
              <a:t> </a:t>
            </a:r>
            <a:r>
              <a:rPr lang="pt-BR" sz="3200" dirty="0" err="1"/>
              <a:t>eros</a:t>
            </a:r>
            <a:r>
              <a:rPr lang="pt-BR" sz="3200" dirty="0"/>
              <a:t> </a:t>
            </a:r>
            <a:r>
              <a:rPr lang="pt-BR" sz="3200" dirty="0" err="1"/>
              <a:t>accumsan</a:t>
            </a:r>
            <a:r>
              <a:rPr lang="pt-BR" sz="3200" dirty="0"/>
              <a:t>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mattis</a:t>
            </a:r>
            <a:r>
              <a:rPr lang="pt-BR" sz="3200" dirty="0"/>
              <a:t> magna </a:t>
            </a:r>
            <a:r>
              <a:rPr lang="pt-BR" sz="3200" dirty="0" err="1"/>
              <a:t>at</a:t>
            </a:r>
            <a:r>
              <a:rPr lang="pt-BR" sz="3200" dirty="0"/>
              <a:t> libero </a:t>
            </a:r>
            <a:r>
              <a:rPr lang="pt-BR" sz="3200" dirty="0" err="1"/>
              <a:t>feugiat</a:t>
            </a:r>
            <a:r>
              <a:rPr lang="pt-BR" sz="3200" dirty="0"/>
              <a:t>,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aliquet</a:t>
            </a:r>
            <a:r>
              <a:rPr lang="pt-BR" sz="3200" dirty="0"/>
              <a:t>. In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mi. </a:t>
            </a:r>
            <a:r>
              <a:rPr lang="pt-BR" sz="3200" dirty="0" err="1"/>
              <a:t>Integer</a:t>
            </a:r>
            <a:r>
              <a:rPr lang="pt-BR" sz="3200" dirty="0"/>
              <a:t> </a:t>
            </a:r>
            <a:r>
              <a:rPr lang="pt-BR" sz="3200" dirty="0" err="1"/>
              <a:t>commodo</a:t>
            </a:r>
            <a:r>
              <a:rPr lang="pt-BR" sz="3200" dirty="0"/>
              <a:t> libero ut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mollis</a:t>
            </a:r>
            <a:r>
              <a:rPr lang="pt-BR" sz="3200" dirty="0"/>
              <a:t>. </a:t>
            </a:r>
            <a:r>
              <a:rPr lang="pt-BR" sz="3200" dirty="0" err="1"/>
              <a:t>Aenean</a:t>
            </a:r>
            <a:r>
              <a:rPr lang="pt-BR" sz="3200" dirty="0"/>
              <a:t> </a:t>
            </a:r>
            <a:r>
              <a:rPr lang="pt-BR" sz="3200" dirty="0" err="1"/>
              <a:t>nisi</a:t>
            </a:r>
            <a:r>
              <a:rPr lang="pt-BR" sz="3200" dirty="0"/>
              <a:t> urna, </a:t>
            </a:r>
            <a:r>
              <a:rPr lang="pt-BR" sz="3200" dirty="0" err="1"/>
              <a:t>tempor</a:t>
            </a:r>
            <a:r>
              <a:rPr lang="pt-BR" sz="3200" dirty="0"/>
              <a:t> non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nec</a:t>
            </a:r>
            <a:r>
              <a:rPr lang="pt-BR" sz="3200" dirty="0"/>
              <a:t>, </a:t>
            </a:r>
            <a:r>
              <a:rPr lang="pt-BR" sz="3200" dirty="0" err="1"/>
              <a:t>egestas</a:t>
            </a:r>
            <a:r>
              <a:rPr lang="pt-BR" sz="3200" dirty="0"/>
              <a:t> vitae justo. </a:t>
            </a:r>
            <a:r>
              <a:rPr lang="pt-BR" sz="3200" dirty="0" err="1"/>
              <a:t>Duis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sapien</a:t>
            </a:r>
            <a:r>
              <a:rPr lang="pt-BR" sz="3200" dirty="0"/>
              <a:t>, et </a:t>
            </a:r>
            <a:r>
              <a:rPr lang="pt-BR" sz="3200" dirty="0" err="1"/>
              <a:t>efficitur</a:t>
            </a:r>
            <a:r>
              <a:rPr lang="pt-BR" sz="3200" dirty="0"/>
              <a:t> </a:t>
            </a:r>
            <a:r>
              <a:rPr lang="pt-BR" sz="3200" dirty="0" err="1"/>
              <a:t>tortor</a:t>
            </a:r>
            <a:r>
              <a:rPr lang="pt-BR" sz="3200" dirty="0"/>
              <a:t>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Pellentesque</a:t>
            </a:r>
            <a:r>
              <a:rPr lang="pt-BR" sz="3200" dirty="0"/>
              <a:t> </a:t>
            </a:r>
            <a:r>
              <a:rPr lang="pt-BR" sz="3200" dirty="0" err="1"/>
              <a:t>elementum</a:t>
            </a:r>
            <a:r>
              <a:rPr lang="pt-BR" sz="3200" dirty="0"/>
              <a:t> </a:t>
            </a:r>
            <a:r>
              <a:rPr lang="pt-BR" sz="3200" dirty="0" err="1"/>
              <a:t>ligula</a:t>
            </a:r>
            <a:r>
              <a:rPr lang="pt-BR" sz="3200" dirty="0"/>
              <a:t> non </a:t>
            </a:r>
            <a:r>
              <a:rPr lang="pt-BR" sz="3200" dirty="0" err="1"/>
              <a:t>purus</a:t>
            </a:r>
            <a:r>
              <a:rPr lang="pt-BR" sz="3200" dirty="0"/>
              <a:t> </a:t>
            </a:r>
            <a:r>
              <a:rPr lang="pt-BR" sz="3200" dirty="0" err="1"/>
              <a:t>aliquam</a:t>
            </a:r>
            <a:r>
              <a:rPr lang="pt-BR" sz="3200" dirty="0"/>
              <a:t>,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lobortis</a:t>
            </a:r>
            <a:r>
              <a:rPr lang="pt-BR" sz="3200" dirty="0"/>
              <a:t> </a:t>
            </a:r>
            <a:r>
              <a:rPr lang="pt-BR" sz="3200" dirty="0" err="1"/>
              <a:t>augue</a:t>
            </a:r>
            <a:r>
              <a:rPr lang="pt-BR" sz="3200" dirty="0"/>
              <a:t> </a:t>
            </a:r>
            <a:r>
              <a:rPr lang="pt-BR" sz="3200" dirty="0" err="1"/>
              <a:t>sollicitudin</a:t>
            </a:r>
            <a:r>
              <a:rPr lang="pt-BR" sz="3200" dirty="0"/>
              <a:t>. </a:t>
            </a:r>
            <a:r>
              <a:rPr lang="pt-BR" sz="3200" dirty="0" err="1"/>
              <a:t>Proin</a:t>
            </a:r>
            <a:endParaRPr lang="pt-BR" sz="3200" dirty="0"/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D9E6AF8D-D347-4DCA-846F-BE6F448D21F7}"/>
              </a:ext>
            </a:extLst>
          </p:cNvPr>
          <p:cNvSpPr txBox="1"/>
          <p:nvPr/>
        </p:nvSpPr>
        <p:spPr>
          <a:xfrm>
            <a:off x="16347223" y="15414402"/>
            <a:ext cx="15840000" cy="1037207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000" dirty="0"/>
              <a:t>Resultados e Discussão</a:t>
            </a:r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endParaRPr lang="pt-BR" sz="3200" dirty="0"/>
          </a:p>
          <a:p>
            <a:r>
              <a:rPr lang="pt-BR" sz="3200" dirty="0" err="1"/>
              <a:t>Suspendisse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. In et </a:t>
            </a:r>
            <a:r>
              <a:rPr lang="pt-BR" sz="3200" dirty="0" err="1"/>
              <a:t>accumsan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Etiam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sollicitudin</a:t>
            </a:r>
            <a:r>
              <a:rPr lang="pt-BR" sz="3200" dirty="0"/>
              <a:t> </a:t>
            </a:r>
            <a:r>
              <a:rPr lang="pt-BR" sz="3200" dirty="0" err="1"/>
              <a:t>odio</a:t>
            </a:r>
            <a:r>
              <a:rPr lang="pt-BR" sz="3200" dirty="0"/>
              <a:t>, id gravida </a:t>
            </a:r>
            <a:r>
              <a:rPr lang="pt-BR" sz="3200" dirty="0" err="1"/>
              <a:t>sapien</a:t>
            </a:r>
            <a:r>
              <a:rPr lang="pt-BR" sz="3200" dirty="0"/>
              <a:t> </a:t>
            </a:r>
            <a:r>
              <a:rPr lang="pt-BR" sz="3200" dirty="0" err="1"/>
              <a:t>pharetra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a massa </a:t>
            </a:r>
            <a:r>
              <a:rPr lang="pt-BR" sz="3200" dirty="0" err="1"/>
              <a:t>dui</a:t>
            </a:r>
            <a:r>
              <a:rPr lang="pt-BR" sz="3200" dirty="0"/>
              <a:t>. </a:t>
            </a:r>
            <a:r>
              <a:rPr lang="pt-BR" sz="3200" dirty="0" err="1"/>
              <a:t>Pellentesque</a:t>
            </a:r>
            <a:r>
              <a:rPr lang="pt-BR" sz="3200" dirty="0"/>
              <a:t> gravida, erat </a:t>
            </a:r>
            <a:r>
              <a:rPr lang="pt-BR" sz="3200" dirty="0" err="1"/>
              <a:t>viverra</a:t>
            </a:r>
            <a:r>
              <a:rPr lang="pt-BR" sz="3200" dirty="0"/>
              <a:t> </a:t>
            </a:r>
            <a:r>
              <a:rPr lang="pt-BR" sz="3200" dirty="0" err="1"/>
              <a:t>tincidunt</a:t>
            </a:r>
            <a:r>
              <a:rPr lang="pt-BR" sz="3200" dirty="0"/>
              <a:t> </a:t>
            </a:r>
            <a:r>
              <a:rPr lang="pt-BR" sz="3200" dirty="0" err="1"/>
              <a:t>iaculis</a:t>
            </a:r>
            <a:r>
              <a:rPr lang="pt-BR" sz="3200" dirty="0"/>
              <a:t>, </a:t>
            </a:r>
            <a:r>
              <a:rPr lang="pt-BR" sz="3200" dirty="0" err="1"/>
              <a:t>neque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enim</a:t>
            </a:r>
            <a:r>
              <a:rPr lang="pt-BR" sz="3200" dirty="0"/>
              <a:t>,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est </a:t>
            </a:r>
            <a:r>
              <a:rPr lang="pt-BR" sz="3200" dirty="0" err="1"/>
              <a:t>eget</a:t>
            </a:r>
            <a:r>
              <a:rPr lang="pt-BR" sz="3200" dirty="0"/>
              <a:t> erat.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accumsan</a:t>
            </a:r>
            <a:r>
              <a:rPr lang="pt-BR" sz="3200" dirty="0"/>
              <a:t>, </a:t>
            </a:r>
            <a:r>
              <a:rPr lang="pt-BR" sz="3200" dirty="0" err="1"/>
              <a:t>tellus</a:t>
            </a:r>
            <a:r>
              <a:rPr lang="pt-BR" sz="3200" dirty="0"/>
              <a:t> id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,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erat,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dolor</a:t>
            </a:r>
            <a:r>
              <a:rPr lang="pt-BR" sz="3200" dirty="0"/>
              <a:t> non </a:t>
            </a:r>
            <a:r>
              <a:rPr lang="pt-BR" sz="3200" dirty="0" err="1"/>
              <a:t>felis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 ipsum </a:t>
            </a:r>
            <a:r>
              <a:rPr lang="pt-BR" sz="3200" dirty="0" err="1"/>
              <a:t>lectus</a:t>
            </a:r>
            <a:r>
              <a:rPr lang="pt-BR" sz="3200" dirty="0"/>
              <a:t>. In </a:t>
            </a:r>
            <a:r>
              <a:rPr lang="pt-BR" sz="3200" dirty="0" err="1"/>
              <a:t>dictum</a:t>
            </a:r>
            <a:r>
              <a:rPr lang="pt-BR" sz="3200" dirty="0"/>
              <a:t>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 </a:t>
            </a:r>
            <a:r>
              <a:rPr lang="pt-BR" sz="3200" dirty="0" err="1"/>
              <a:t>nec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eros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quis </a:t>
            </a:r>
            <a:r>
              <a:rPr lang="pt-BR" sz="3200" dirty="0" err="1"/>
              <a:t>faucibus</a:t>
            </a:r>
            <a:r>
              <a:rPr lang="pt-BR" sz="3200" dirty="0"/>
              <a:t> mi </a:t>
            </a:r>
            <a:r>
              <a:rPr lang="pt-BR" sz="3200" dirty="0" err="1"/>
              <a:t>egestas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. Nam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 </a:t>
            </a:r>
            <a:r>
              <a:rPr lang="pt-BR" sz="3200" dirty="0" err="1"/>
              <a:t>ullamcorper</a:t>
            </a:r>
            <a:r>
              <a:rPr lang="pt-BR" sz="3200" dirty="0"/>
              <a:t> </a:t>
            </a:r>
            <a:r>
              <a:rPr lang="pt-BR" sz="3200" dirty="0" err="1"/>
              <a:t>quam</a:t>
            </a:r>
            <a:r>
              <a:rPr lang="pt-BR" sz="3200" dirty="0"/>
              <a:t>, </a:t>
            </a:r>
            <a:r>
              <a:rPr lang="pt-BR" sz="3200" dirty="0" err="1"/>
              <a:t>cursus</a:t>
            </a:r>
            <a:r>
              <a:rPr lang="pt-BR" sz="3200" dirty="0"/>
              <a:t> </a:t>
            </a:r>
            <a:r>
              <a:rPr lang="pt-BR" sz="3200" dirty="0" err="1"/>
              <a:t>eleifend</a:t>
            </a:r>
            <a:r>
              <a:rPr lang="pt-BR" sz="3200" dirty="0"/>
              <a:t> massa. </a:t>
            </a:r>
            <a:r>
              <a:rPr lang="pt-BR" sz="3200" dirty="0" err="1"/>
              <a:t>Praesent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placerat</a:t>
            </a:r>
            <a:r>
              <a:rPr lang="pt-BR" sz="3200" dirty="0"/>
              <a:t> </a:t>
            </a:r>
            <a:r>
              <a:rPr lang="pt-BR" sz="3200" dirty="0" err="1"/>
              <a:t>consectetur</a:t>
            </a:r>
            <a:r>
              <a:rPr lang="pt-BR" sz="3200" dirty="0"/>
              <a:t>. </a:t>
            </a:r>
            <a:r>
              <a:rPr lang="pt-BR" sz="3200" dirty="0" err="1"/>
              <a:t>Nulla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</a:t>
            </a:r>
            <a:r>
              <a:rPr lang="pt-BR" sz="3200" dirty="0" err="1"/>
              <a:t>mauris</a:t>
            </a:r>
            <a:r>
              <a:rPr lang="pt-BR" sz="3200" dirty="0"/>
              <a:t> a </a:t>
            </a:r>
            <a:r>
              <a:rPr lang="pt-BR" sz="3200" dirty="0" err="1"/>
              <a:t>lorem</a:t>
            </a:r>
            <a:r>
              <a:rPr lang="pt-BR" sz="3200" dirty="0"/>
              <a:t> </a:t>
            </a:r>
            <a:r>
              <a:rPr lang="pt-BR" sz="3200" dirty="0" err="1"/>
              <a:t>rhoncus</a:t>
            </a:r>
            <a:r>
              <a:rPr lang="pt-BR" sz="3200" dirty="0"/>
              <a:t> </a:t>
            </a:r>
            <a:r>
              <a:rPr lang="pt-BR" sz="3200" dirty="0" err="1"/>
              <a:t>varius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, </a:t>
            </a:r>
            <a:r>
              <a:rPr lang="pt-BR" sz="3200" dirty="0" err="1"/>
              <a:t>ultrices</a:t>
            </a:r>
            <a:r>
              <a:rPr lang="pt-BR" sz="3200" dirty="0"/>
              <a:t> id </a:t>
            </a:r>
            <a:r>
              <a:rPr lang="pt-BR" sz="3200" dirty="0" err="1"/>
              <a:t>orci</a:t>
            </a:r>
            <a:r>
              <a:rPr lang="pt-BR" sz="3200" dirty="0"/>
              <a:t> </a:t>
            </a:r>
            <a:r>
              <a:rPr lang="pt-BR" sz="3200" dirty="0" err="1"/>
              <a:t>vel</a:t>
            </a:r>
            <a:r>
              <a:rPr lang="pt-BR" sz="3200" dirty="0"/>
              <a:t>, </a:t>
            </a:r>
            <a:r>
              <a:rPr lang="pt-BR" sz="3200" dirty="0" err="1"/>
              <a:t>mattis</a:t>
            </a:r>
            <a:r>
              <a:rPr lang="pt-BR" sz="3200" dirty="0"/>
              <a:t> </a:t>
            </a:r>
            <a:r>
              <a:rPr lang="pt-BR" sz="3200" dirty="0" err="1"/>
              <a:t>luctus</a:t>
            </a:r>
            <a:r>
              <a:rPr lang="pt-BR" sz="3200" dirty="0"/>
              <a:t> </a:t>
            </a:r>
            <a:r>
              <a:rPr lang="pt-BR" sz="3200" dirty="0" err="1"/>
              <a:t>lacus</a:t>
            </a:r>
            <a:r>
              <a:rPr lang="pt-BR" sz="3200" dirty="0"/>
              <a:t>. </a:t>
            </a:r>
            <a:r>
              <a:rPr lang="pt-BR" sz="3200" dirty="0" err="1"/>
              <a:t>Fusce</a:t>
            </a:r>
            <a:r>
              <a:rPr lang="pt-BR" sz="3200" dirty="0"/>
              <a:t>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nisi</a:t>
            </a:r>
            <a:r>
              <a:rPr lang="pt-BR" sz="3200" dirty="0"/>
              <a:t>, </a:t>
            </a:r>
            <a:r>
              <a:rPr lang="pt-BR" sz="3200" dirty="0" err="1"/>
              <a:t>volutpat</a:t>
            </a:r>
            <a:r>
              <a:rPr lang="pt-BR" sz="3200" dirty="0"/>
              <a:t>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ex</a:t>
            </a:r>
            <a:r>
              <a:rPr lang="pt-BR" sz="3200" dirty="0"/>
              <a:t> </a:t>
            </a:r>
            <a:r>
              <a:rPr lang="pt-BR" sz="3200" dirty="0" err="1"/>
              <a:t>sed</a:t>
            </a:r>
            <a:r>
              <a:rPr lang="pt-BR" sz="3200" dirty="0"/>
              <a:t>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feugiat</a:t>
            </a:r>
            <a:r>
              <a:rPr lang="pt-BR" sz="3200" dirty="0"/>
              <a:t> ante.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66C6A47C-FCB9-483A-A748-CF60379D4F55}"/>
              </a:ext>
            </a:extLst>
          </p:cNvPr>
          <p:cNvSpPr txBox="1"/>
          <p:nvPr/>
        </p:nvSpPr>
        <p:spPr>
          <a:xfrm>
            <a:off x="16347223" y="25990309"/>
            <a:ext cx="15840000" cy="540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Conclusão</a:t>
            </a:r>
          </a:p>
          <a:p>
            <a:pPr algn="just"/>
            <a:r>
              <a:rPr lang="pt-BR" sz="3200" dirty="0" err="1"/>
              <a:t>Lorem</a:t>
            </a:r>
            <a:r>
              <a:rPr lang="pt-BR" sz="3200" dirty="0"/>
              <a:t> ipsum </a:t>
            </a:r>
            <a:r>
              <a:rPr lang="pt-BR" sz="3200" dirty="0" err="1"/>
              <a:t>dolor</a:t>
            </a:r>
            <a:r>
              <a:rPr lang="pt-BR" sz="3200" dirty="0"/>
              <a:t> </a:t>
            </a:r>
            <a:r>
              <a:rPr lang="pt-BR" sz="3200" dirty="0" err="1"/>
              <a:t>sit</a:t>
            </a:r>
            <a:r>
              <a:rPr lang="pt-BR" sz="3200" dirty="0"/>
              <a:t> </a:t>
            </a:r>
            <a:r>
              <a:rPr lang="pt-BR" sz="3200" dirty="0" err="1"/>
              <a:t>amet</a:t>
            </a:r>
            <a:r>
              <a:rPr lang="pt-BR" sz="3200" dirty="0"/>
              <a:t>, </a:t>
            </a:r>
            <a:r>
              <a:rPr lang="pt-BR" sz="3200" dirty="0" err="1"/>
              <a:t>consectetur</a:t>
            </a:r>
            <a:r>
              <a:rPr lang="pt-BR" sz="3200" dirty="0"/>
              <a:t> </a:t>
            </a:r>
            <a:r>
              <a:rPr lang="pt-BR" sz="3200" dirty="0" err="1"/>
              <a:t>adipiscing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</a:t>
            </a:r>
            <a:r>
              <a:rPr lang="pt-BR" sz="3200" dirty="0" err="1"/>
              <a:t>Quisque</a:t>
            </a:r>
            <a:r>
              <a:rPr lang="pt-BR" sz="3200" dirty="0"/>
              <a:t> non </a:t>
            </a:r>
            <a:r>
              <a:rPr lang="pt-BR" sz="3200" dirty="0" err="1"/>
              <a:t>feugiat</a:t>
            </a:r>
            <a:r>
              <a:rPr lang="pt-BR" sz="3200" dirty="0"/>
              <a:t> </a:t>
            </a:r>
            <a:r>
              <a:rPr lang="pt-BR" sz="3200" dirty="0" err="1"/>
              <a:t>elit</a:t>
            </a:r>
            <a:r>
              <a:rPr lang="pt-BR" sz="3200" dirty="0"/>
              <a:t>. </a:t>
            </a:r>
            <a:r>
              <a:rPr lang="pt-BR" sz="3200" dirty="0" err="1"/>
              <a:t>Vivamus</a:t>
            </a:r>
            <a:r>
              <a:rPr lang="pt-BR" sz="3200" dirty="0"/>
              <a:t> </a:t>
            </a:r>
            <a:r>
              <a:rPr lang="pt-BR" sz="3200" dirty="0" err="1"/>
              <a:t>dignissim</a:t>
            </a:r>
            <a:r>
              <a:rPr lang="pt-BR" sz="3200" dirty="0"/>
              <a:t> </a:t>
            </a:r>
            <a:r>
              <a:rPr lang="pt-BR" sz="3200" dirty="0" err="1"/>
              <a:t>maximus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, </a:t>
            </a:r>
            <a:r>
              <a:rPr lang="pt-BR" sz="3200" dirty="0" err="1"/>
              <a:t>sed</a:t>
            </a:r>
            <a:r>
              <a:rPr lang="pt-BR" sz="3200" dirty="0"/>
              <a:t> </a:t>
            </a:r>
            <a:r>
              <a:rPr lang="pt-BR" sz="3200" dirty="0" err="1"/>
              <a:t>pretium</a:t>
            </a:r>
            <a:r>
              <a:rPr lang="pt-BR" sz="3200" dirty="0"/>
              <a:t> </a:t>
            </a:r>
            <a:r>
              <a:rPr lang="pt-BR" sz="3200" dirty="0" err="1"/>
              <a:t>turpis</a:t>
            </a:r>
            <a:r>
              <a:rPr lang="pt-BR" sz="3200" dirty="0"/>
              <a:t> </a:t>
            </a:r>
            <a:r>
              <a:rPr lang="pt-BR" sz="3200" dirty="0" err="1"/>
              <a:t>auctor</a:t>
            </a:r>
            <a:r>
              <a:rPr lang="pt-BR" sz="3200" dirty="0"/>
              <a:t> ut. </a:t>
            </a:r>
            <a:r>
              <a:rPr lang="pt-BR" sz="3200" dirty="0" err="1"/>
              <a:t>Pellentesque</a:t>
            </a:r>
            <a:r>
              <a:rPr lang="pt-BR" sz="3200" dirty="0"/>
              <a:t> non </a:t>
            </a:r>
            <a:r>
              <a:rPr lang="pt-BR" sz="3200" dirty="0" err="1"/>
              <a:t>convallis</a:t>
            </a:r>
            <a:r>
              <a:rPr lang="pt-BR" sz="3200" dirty="0"/>
              <a:t> </a:t>
            </a:r>
            <a:r>
              <a:rPr lang="pt-BR" sz="3200" dirty="0" err="1"/>
              <a:t>purus</a:t>
            </a:r>
            <a:r>
              <a:rPr lang="pt-BR" sz="3200" dirty="0"/>
              <a:t>. </a:t>
            </a:r>
            <a:r>
              <a:rPr lang="pt-BR" sz="3200" dirty="0" err="1"/>
              <a:t>Phasellus</a:t>
            </a:r>
            <a:r>
              <a:rPr lang="pt-BR" sz="3200" dirty="0"/>
              <a:t> </a:t>
            </a:r>
            <a:r>
              <a:rPr lang="pt-BR" sz="3200" dirty="0" err="1"/>
              <a:t>finibus</a:t>
            </a:r>
            <a:r>
              <a:rPr lang="pt-BR" sz="3200" dirty="0"/>
              <a:t> </a:t>
            </a:r>
            <a:r>
              <a:rPr lang="pt-BR" sz="3200" dirty="0" err="1"/>
              <a:t>pulvinar</a:t>
            </a:r>
            <a:r>
              <a:rPr lang="pt-BR" sz="3200" dirty="0"/>
              <a:t> urna, quis porta erat gravida </a:t>
            </a:r>
            <a:r>
              <a:rPr lang="pt-BR" sz="3200" dirty="0" err="1"/>
              <a:t>nec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semper</a:t>
            </a:r>
            <a:r>
              <a:rPr lang="pt-BR" sz="3200" dirty="0"/>
              <a:t> </a:t>
            </a:r>
            <a:r>
              <a:rPr lang="pt-BR" sz="3200" dirty="0" err="1"/>
              <a:t>nulla</a:t>
            </a:r>
            <a:r>
              <a:rPr lang="pt-BR" sz="3200" dirty="0"/>
              <a:t> eu </a:t>
            </a:r>
            <a:r>
              <a:rPr lang="pt-BR" sz="3200" dirty="0" err="1"/>
              <a:t>lobortis</a:t>
            </a:r>
            <a:r>
              <a:rPr lang="pt-BR" sz="3200" dirty="0"/>
              <a:t> </a:t>
            </a:r>
            <a:r>
              <a:rPr lang="pt-BR" sz="3200" dirty="0" err="1"/>
              <a:t>commodo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</a:t>
            </a:r>
            <a:r>
              <a:rPr lang="pt-BR" sz="3200" dirty="0" err="1"/>
              <a:t>arcu</a:t>
            </a:r>
            <a:r>
              <a:rPr lang="pt-BR" sz="3200" dirty="0"/>
              <a:t> est, </a:t>
            </a:r>
            <a:r>
              <a:rPr lang="pt-BR" sz="3200" dirty="0" err="1"/>
              <a:t>feugiat</a:t>
            </a:r>
            <a:r>
              <a:rPr lang="pt-BR" sz="3200" dirty="0"/>
              <a:t> eu </a:t>
            </a:r>
            <a:r>
              <a:rPr lang="pt-BR" sz="3200" dirty="0" err="1"/>
              <a:t>lobortis</a:t>
            </a:r>
            <a:r>
              <a:rPr lang="pt-BR" sz="3200" dirty="0"/>
              <a:t> ac, </a:t>
            </a:r>
            <a:r>
              <a:rPr lang="pt-BR" sz="3200" dirty="0" err="1"/>
              <a:t>facilisis</a:t>
            </a:r>
            <a:r>
              <a:rPr lang="pt-BR" sz="3200" dirty="0"/>
              <a:t> a </a:t>
            </a:r>
            <a:r>
              <a:rPr lang="pt-BR" sz="3200" dirty="0" err="1"/>
              <a:t>odio</a:t>
            </a:r>
            <a:r>
              <a:rPr lang="pt-BR" sz="3200" dirty="0"/>
              <a:t>. Nunc </a:t>
            </a:r>
            <a:r>
              <a:rPr lang="pt-BR" sz="3200" dirty="0" err="1"/>
              <a:t>ligula</a:t>
            </a:r>
            <a:r>
              <a:rPr lang="pt-BR" sz="3200" dirty="0"/>
              <a:t> </a:t>
            </a:r>
            <a:r>
              <a:rPr lang="pt-BR" sz="3200" dirty="0" err="1"/>
              <a:t>orci</a:t>
            </a:r>
            <a:r>
              <a:rPr lang="pt-BR" sz="3200" dirty="0"/>
              <a:t>, </a:t>
            </a:r>
            <a:r>
              <a:rPr lang="pt-BR" sz="3200" dirty="0" err="1"/>
              <a:t>consequat</a:t>
            </a:r>
            <a:r>
              <a:rPr lang="pt-BR" sz="3200" dirty="0"/>
              <a:t> </a:t>
            </a:r>
            <a:r>
              <a:rPr lang="pt-BR" sz="3200" dirty="0" err="1"/>
              <a:t>eget</a:t>
            </a:r>
            <a:r>
              <a:rPr lang="pt-BR" sz="3200" dirty="0"/>
              <a:t> urna ut, </a:t>
            </a:r>
            <a:r>
              <a:rPr lang="pt-BR" sz="3200" dirty="0" err="1"/>
              <a:t>interdum</a:t>
            </a:r>
            <a:r>
              <a:rPr lang="pt-BR" sz="3200" dirty="0"/>
              <a:t> </a:t>
            </a:r>
            <a:r>
              <a:rPr lang="pt-BR" sz="3200" dirty="0" err="1"/>
              <a:t>ultrices</a:t>
            </a:r>
            <a:r>
              <a:rPr lang="pt-BR" sz="3200" dirty="0"/>
              <a:t> </a:t>
            </a:r>
            <a:r>
              <a:rPr lang="pt-BR" sz="3200" dirty="0" err="1"/>
              <a:t>neque</a:t>
            </a:r>
            <a:r>
              <a:rPr lang="pt-BR" sz="3200" dirty="0"/>
              <a:t>. </a:t>
            </a:r>
            <a:r>
              <a:rPr lang="pt-BR" sz="3200" dirty="0" err="1"/>
              <a:t>Maecenas</a:t>
            </a:r>
            <a:r>
              <a:rPr lang="pt-BR" sz="3200" dirty="0"/>
              <a:t> quis </a:t>
            </a:r>
            <a:r>
              <a:rPr lang="pt-BR" sz="3200" dirty="0" err="1"/>
              <a:t>quam</a:t>
            </a:r>
            <a:r>
              <a:rPr lang="pt-BR" sz="3200" dirty="0"/>
              <a:t> vitae erat </a:t>
            </a:r>
            <a:r>
              <a:rPr lang="pt-BR" sz="3200" dirty="0" err="1"/>
              <a:t>commodo</a:t>
            </a:r>
            <a:r>
              <a:rPr lang="pt-BR" sz="3200" dirty="0"/>
              <a:t> </a:t>
            </a:r>
            <a:r>
              <a:rPr lang="pt-BR" sz="3200" dirty="0" err="1"/>
              <a:t>elementum</a:t>
            </a:r>
            <a:r>
              <a:rPr lang="pt-BR" sz="3200" dirty="0"/>
              <a:t> in ut </a:t>
            </a:r>
            <a:r>
              <a:rPr lang="pt-BR" sz="3200" dirty="0" err="1"/>
              <a:t>risus</a:t>
            </a:r>
            <a:r>
              <a:rPr lang="pt-BR" sz="3200" dirty="0"/>
              <a:t>. Nam </a:t>
            </a:r>
            <a:r>
              <a:rPr lang="pt-BR" sz="3200" dirty="0" err="1"/>
              <a:t>ornare</a:t>
            </a:r>
            <a:r>
              <a:rPr lang="pt-BR" sz="3200" dirty="0"/>
              <a:t> </a:t>
            </a:r>
            <a:r>
              <a:rPr lang="pt-BR" sz="3200" dirty="0" err="1"/>
              <a:t>facilisis</a:t>
            </a:r>
            <a:r>
              <a:rPr lang="pt-BR" sz="3200" dirty="0"/>
              <a:t> </a:t>
            </a:r>
            <a:r>
              <a:rPr lang="pt-BR" sz="3200" dirty="0" err="1"/>
              <a:t>pulvinar</a:t>
            </a:r>
            <a:r>
              <a:rPr lang="pt-BR" sz="3200" dirty="0"/>
              <a:t>. </a:t>
            </a:r>
            <a:r>
              <a:rPr lang="pt-BR" sz="3200" dirty="0" err="1"/>
              <a:t>Donec</a:t>
            </a:r>
            <a:r>
              <a:rPr lang="pt-BR" sz="3200" dirty="0"/>
              <a:t> </a:t>
            </a:r>
            <a:r>
              <a:rPr lang="pt-BR" sz="3200" dirty="0" err="1"/>
              <a:t>pellentesque</a:t>
            </a:r>
            <a:r>
              <a:rPr lang="pt-BR" sz="3200" dirty="0"/>
              <a:t> </a:t>
            </a:r>
            <a:r>
              <a:rPr lang="pt-BR" sz="3200" dirty="0" err="1"/>
              <a:t>dapibus</a:t>
            </a:r>
            <a:r>
              <a:rPr lang="pt-BR" sz="3200" dirty="0"/>
              <a:t> </a:t>
            </a:r>
            <a:r>
              <a:rPr lang="pt-BR" sz="3200" dirty="0" err="1"/>
              <a:t>augue</a:t>
            </a:r>
            <a:r>
              <a:rPr lang="pt-BR" sz="3200" dirty="0"/>
              <a:t>.</a:t>
            </a:r>
          </a:p>
          <a:p>
            <a:pPr algn="just"/>
            <a:endParaRPr lang="pt-BR" sz="3200" dirty="0"/>
          </a:p>
          <a:p>
            <a:pPr algn="just"/>
            <a:r>
              <a:rPr lang="pt-BR" sz="3200" dirty="0" err="1"/>
              <a:t>Aenean</a:t>
            </a:r>
            <a:r>
              <a:rPr lang="pt-BR" sz="3200" dirty="0"/>
              <a:t> eu </a:t>
            </a:r>
            <a:r>
              <a:rPr lang="pt-BR" sz="3200" dirty="0" err="1"/>
              <a:t>lectus</a:t>
            </a:r>
            <a:r>
              <a:rPr lang="pt-BR" sz="3200" dirty="0"/>
              <a:t> a </a:t>
            </a:r>
            <a:r>
              <a:rPr lang="pt-BR" sz="3200" dirty="0" err="1"/>
              <a:t>augue</a:t>
            </a:r>
            <a:r>
              <a:rPr lang="pt-BR" sz="3200" dirty="0"/>
              <a:t> </a:t>
            </a:r>
            <a:r>
              <a:rPr lang="pt-BR" sz="3200" dirty="0" err="1"/>
              <a:t>venenatis</a:t>
            </a:r>
            <a:r>
              <a:rPr lang="pt-BR" sz="3200" dirty="0"/>
              <a:t> </a:t>
            </a:r>
            <a:r>
              <a:rPr lang="pt-BR" sz="3200" dirty="0" err="1"/>
              <a:t>vehicula</a:t>
            </a:r>
            <a:r>
              <a:rPr lang="pt-BR" sz="3200" dirty="0"/>
              <a:t>. </a:t>
            </a:r>
            <a:r>
              <a:rPr lang="pt-BR" sz="3200" dirty="0" err="1"/>
              <a:t>Integer</a:t>
            </a:r>
            <a:r>
              <a:rPr lang="pt-BR" sz="3200" dirty="0"/>
              <a:t> </a:t>
            </a:r>
            <a:r>
              <a:rPr lang="pt-BR" sz="3200" dirty="0" err="1"/>
              <a:t>molestie</a:t>
            </a:r>
            <a:r>
              <a:rPr lang="pt-BR" sz="3200" dirty="0"/>
              <a:t> urna </a:t>
            </a:r>
            <a:r>
              <a:rPr lang="pt-BR" sz="3200" dirty="0" err="1"/>
              <a:t>at</a:t>
            </a:r>
            <a:r>
              <a:rPr lang="pt-BR" sz="3200" dirty="0"/>
              <a:t> </a:t>
            </a:r>
            <a:r>
              <a:rPr lang="pt-BR" sz="3200" dirty="0" err="1"/>
              <a:t>sodales</a:t>
            </a:r>
            <a:r>
              <a:rPr lang="pt-BR" sz="3200" dirty="0"/>
              <a:t> </a:t>
            </a:r>
            <a:r>
              <a:rPr lang="pt-BR" sz="3200" dirty="0" err="1"/>
              <a:t>ornare</a:t>
            </a:r>
            <a:r>
              <a:rPr lang="pt-BR" sz="3200" dirty="0"/>
              <a:t>.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lacinia</a:t>
            </a:r>
            <a:r>
              <a:rPr lang="pt-BR" sz="3200" dirty="0"/>
              <a:t> </a:t>
            </a:r>
            <a:r>
              <a:rPr lang="pt-BR" sz="3200" dirty="0" err="1"/>
              <a:t>aliquet</a:t>
            </a:r>
            <a:r>
              <a:rPr lang="pt-BR" sz="3200" dirty="0"/>
              <a:t> </a:t>
            </a:r>
            <a:r>
              <a:rPr lang="pt-BR" sz="3200" dirty="0" err="1"/>
              <a:t>nibh</a:t>
            </a:r>
            <a:r>
              <a:rPr lang="pt-BR" sz="3200" dirty="0"/>
              <a:t> et </a:t>
            </a:r>
            <a:r>
              <a:rPr lang="pt-BR" sz="3200" dirty="0" err="1"/>
              <a:t>congue</a:t>
            </a:r>
            <a:r>
              <a:rPr lang="pt-BR" sz="3200" dirty="0"/>
              <a:t>. </a:t>
            </a:r>
            <a:r>
              <a:rPr lang="pt-BR" sz="3200" dirty="0" err="1"/>
              <a:t>Cras</a:t>
            </a:r>
            <a:r>
              <a:rPr lang="pt-BR" sz="3200" dirty="0"/>
              <a:t> id </a:t>
            </a:r>
            <a:r>
              <a:rPr lang="pt-BR" sz="3200" dirty="0" err="1"/>
              <a:t>vestibulum</a:t>
            </a:r>
            <a:r>
              <a:rPr lang="pt-BR" sz="3200" dirty="0"/>
              <a:t> </a:t>
            </a:r>
            <a:r>
              <a:rPr lang="pt-BR" sz="3200" dirty="0" err="1"/>
              <a:t>felis</a:t>
            </a:r>
            <a:r>
              <a:rPr lang="pt-BR" sz="3200" dirty="0"/>
              <a:t>, id </a:t>
            </a:r>
            <a:r>
              <a:rPr lang="pt-BR" sz="3200" dirty="0" err="1"/>
              <a:t>faucibus</a:t>
            </a:r>
            <a:r>
              <a:rPr lang="pt-BR" sz="3200" dirty="0"/>
              <a:t> ipsum. </a:t>
            </a:r>
            <a:r>
              <a:rPr lang="pt-BR" sz="3200" dirty="0" err="1"/>
              <a:t>Maecena</a:t>
            </a:r>
            <a:endParaRPr lang="pt-BR" sz="3200" dirty="0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37F7B228-43BE-479B-AC31-A3F069F61359}"/>
              </a:ext>
            </a:extLst>
          </p:cNvPr>
          <p:cNvSpPr txBox="1"/>
          <p:nvPr/>
        </p:nvSpPr>
        <p:spPr>
          <a:xfrm>
            <a:off x="16347223" y="31908804"/>
            <a:ext cx="15840000" cy="396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Referências</a:t>
            </a:r>
          </a:p>
          <a:p>
            <a:pPr algn="just"/>
            <a:r>
              <a:rPr lang="pt-BR" sz="2800" dirty="0" err="1"/>
              <a:t>Lorem</a:t>
            </a:r>
            <a:r>
              <a:rPr lang="pt-BR" sz="2800" dirty="0"/>
              <a:t> ipsum </a:t>
            </a:r>
            <a:r>
              <a:rPr lang="pt-BR" sz="2800" dirty="0" err="1"/>
              <a:t>dolor</a:t>
            </a:r>
            <a:r>
              <a:rPr lang="pt-BR" sz="2800" dirty="0"/>
              <a:t> </a:t>
            </a:r>
            <a:r>
              <a:rPr lang="pt-BR" sz="2800" dirty="0" err="1"/>
              <a:t>sit</a:t>
            </a:r>
            <a:r>
              <a:rPr lang="pt-BR" sz="2800" dirty="0"/>
              <a:t> </a:t>
            </a:r>
            <a:r>
              <a:rPr lang="pt-BR" sz="2800" dirty="0" err="1"/>
              <a:t>amet</a:t>
            </a:r>
            <a:r>
              <a:rPr lang="pt-BR" sz="2800" dirty="0"/>
              <a:t>, </a:t>
            </a:r>
            <a:r>
              <a:rPr lang="pt-BR" sz="2800" dirty="0" err="1"/>
              <a:t>consectetur</a:t>
            </a:r>
            <a:r>
              <a:rPr lang="pt-BR" sz="2800" dirty="0"/>
              <a:t> </a:t>
            </a:r>
            <a:r>
              <a:rPr lang="pt-BR" sz="2800" dirty="0" err="1"/>
              <a:t>adipiscing</a:t>
            </a:r>
            <a:r>
              <a:rPr lang="pt-BR" sz="2800" dirty="0"/>
              <a:t> </a:t>
            </a:r>
            <a:r>
              <a:rPr lang="pt-BR" sz="2800" dirty="0" err="1"/>
              <a:t>elit</a:t>
            </a:r>
            <a:r>
              <a:rPr lang="pt-BR" sz="2800" dirty="0"/>
              <a:t>. </a:t>
            </a:r>
            <a:r>
              <a:rPr lang="pt-BR" sz="2800" dirty="0" err="1"/>
              <a:t>Quisque</a:t>
            </a:r>
            <a:r>
              <a:rPr lang="pt-BR" sz="2800" dirty="0"/>
              <a:t> non </a:t>
            </a:r>
            <a:r>
              <a:rPr lang="pt-BR" sz="2800" dirty="0" err="1"/>
              <a:t>feugiat</a:t>
            </a:r>
            <a:r>
              <a:rPr lang="pt-BR" sz="2800" dirty="0"/>
              <a:t> </a:t>
            </a:r>
            <a:r>
              <a:rPr lang="pt-BR" sz="2800" dirty="0" err="1"/>
              <a:t>elit</a:t>
            </a:r>
            <a:r>
              <a:rPr lang="pt-BR" sz="2800" dirty="0"/>
              <a:t>. </a:t>
            </a:r>
            <a:r>
              <a:rPr lang="pt-BR" sz="2800" dirty="0" err="1"/>
              <a:t>Vivamus</a:t>
            </a:r>
            <a:r>
              <a:rPr lang="pt-BR" sz="2800" dirty="0"/>
              <a:t> </a:t>
            </a:r>
            <a:r>
              <a:rPr lang="pt-BR" sz="2800" dirty="0" err="1"/>
              <a:t>dignissim</a:t>
            </a:r>
            <a:r>
              <a:rPr lang="pt-BR" sz="2800" dirty="0"/>
              <a:t> </a:t>
            </a:r>
            <a:r>
              <a:rPr lang="pt-BR" sz="2800" dirty="0" err="1"/>
              <a:t>maximus</a:t>
            </a:r>
            <a:r>
              <a:rPr lang="pt-BR" sz="2800" dirty="0"/>
              <a:t> </a:t>
            </a:r>
            <a:r>
              <a:rPr lang="pt-BR" sz="2800" dirty="0" err="1"/>
              <a:t>arcu</a:t>
            </a:r>
            <a:r>
              <a:rPr lang="pt-BR" sz="2800" dirty="0"/>
              <a:t>, </a:t>
            </a:r>
            <a:r>
              <a:rPr lang="pt-BR" sz="2800" dirty="0" err="1"/>
              <a:t>sed</a:t>
            </a:r>
            <a:r>
              <a:rPr lang="pt-BR" sz="2800" dirty="0"/>
              <a:t> </a:t>
            </a:r>
            <a:r>
              <a:rPr lang="pt-BR" sz="2800" dirty="0" err="1"/>
              <a:t>pretium</a:t>
            </a:r>
            <a:r>
              <a:rPr lang="pt-BR" sz="2800" dirty="0"/>
              <a:t> </a:t>
            </a:r>
            <a:r>
              <a:rPr lang="pt-BR" sz="2800" dirty="0" err="1"/>
              <a:t>turpis</a:t>
            </a:r>
            <a:r>
              <a:rPr lang="pt-BR" sz="2800" dirty="0"/>
              <a:t> </a:t>
            </a:r>
            <a:r>
              <a:rPr lang="pt-BR" sz="2800" dirty="0" err="1"/>
              <a:t>auctor</a:t>
            </a:r>
            <a:r>
              <a:rPr lang="pt-BR" sz="2800" dirty="0"/>
              <a:t> ut. </a:t>
            </a:r>
            <a:r>
              <a:rPr lang="pt-BR" sz="2800" dirty="0" err="1"/>
              <a:t>Pellentesque</a:t>
            </a:r>
            <a:r>
              <a:rPr lang="pt-BR" sz="2800" dirty="0"/>
              <a:t> non </a:t>
            </a:r>
            <a:r>
              <a:rPr lang="pt-BR" sz="2800" dirty="0" err="1"/>
              <a:t>convallis</a:t>
            </a:r>
            <a:r>
              <a:rPr lang="pt-BR" sz="2800" dirty="0"/>
              <a:t> </a:t>
            </a:r>
            <a:r>
              <a:rPr lang="pt-BR" sz="2800" dirty="0" err="1"/>
              <a:t>purus</a:t>
            </a:r>
            <a:r>
              <a:rPr lang="pt-BR" sz="2800" dirty="0"/>
              <a:t>. </a:t>
            </a:r>
            <a:r>
              <a:rPr lang="pt-BR" sz="2800" dirty="0" err="1"/>
              <a:t>Phasellus</a:t>
            </a:r>
            <a:r>
              <a:rPr lang="pt-BR" sz="2800" dirty="0"/>
              <a:t> </a:t>
            </a:r>
            <a:r>
              <a:rPr lang="pt-BR" sz="2800" dirty="0" err="1"/>
              <a:t>finibus</a:t>
            </a:r>
            <a:r>
              <a:rPr lang="pt-BR" sz="2800" dirty="0"/>
              <a:t> </a:t>
            </a:r>
            <a:r>
              <a:rPr lang="pt-BR" sz="2800" dirty="0" err="1"/>
              <a:t>pulvinar</a:t>
            </a:r>
            <a:r>
              <a:rPr lang="pt-BR" sz="2800" dirty="0"/>
              <a:t> urna, quis porta erat gravida </a:t>
            </a:r>
            <a:r>
              <a:rPr lang="pt-BR" sz="2800" dirty="0" err="1"/>
              <a:t>nec</a:t>
            </a:r>
            <a:r>
              <a:rPr lang="pt-BR" sz="2800" dirty="0"/>
              <a:t>. </a:t>
            </a:r>
            <a:r>
              <a:rPr lang="pt-BR" sz="2800" dirty="0" err="1"/>
              <a:t>Maecenas</a:t>
            </a:r>
            <a:r>
              <a:rPr lang="pt-BR" sz="2800" dirty="0"/>
              <a:t> </a:t>
            </a:r>
            <a:r>
              <a:rPr lang="pt-BR" sz="2800" dirty="0" err="1"/>
              <a:t>semper</a:t>
            </a:r>
            <a:r>
              <a:rPr lang="pt-BR" sz="2800" dirty="0"/>
              <a:t> </a:t>
            </a:r>
            <a:r>
              <a:rPr lang="pt-BR" sz="2800" dirty="0" err="1"/>
              <a:t>nulla</a:t>
            </a:r>
            <a:r>
              <a:rPr lang="pt-BR" sz="2800" dirty="0"/>
              <a:t> eu </a:t>
            </a:r>
            <a:r>
              <a:rPr lang="pt-BR" sz="2800" dirty="0" err="1"/>
              <a:t>lobortis</a:t>
            </a:r>
            <a:r>
              <a:rPr lang="pt-BR" sz="2800" dirty="0"/>
              <a:t> </a:t>
            </a:r>
            <a:r>
              <a:rPr lang="pt-BR" sz="2800" dirty="0" err="1"/>
              <a:t>commodo</a:t>
            </a:r>
            <a:r>
              <a:rPr lang="pt-BR" sz="2800" dirty="0"/>
              <a:t>. </a:t>
            </a:r>
            <a:r>
              <a:rPr lang="pt-BR" sz="2800" dirty="0" err="1"/>
              <a:t>Maecenas</a:t>
            </a:r>
            <a:r>
              <a:rPr lang="pt-BR" sz="2800" dirty="0"/>
              <a:t> </a:t>
            </a:r>
            <a:r>
              <a:rPr lang="pt-BR" sz="2800" dirty="0" err="1"/>
              <a:t>arcu</a:t>
            </a:r>
            <a:r>
              <a:rPr lang="pt-BR" sz="2800" dirty="0"/>
              <a:t> est, </a:t>
            </a:r>
            <a:r>
              <a:rPr lang="pt-BR" sz="2800" dirty="0" err="1"/>
              <a:t>feugiat</a:t>
            </a:r>
            <a:r>
              <a:rPr lang="pt-BR" sz="2800" dirty="0"/>
              <a:t> eu </a:t>
            </a:r>
            <a:r>
              <a:rPr lang="pt-BR" sz="2800" dirty="0" err="1"/>
              <a:t>lobortis</a:t>
            </a:r>
            <a:r>
              <a:rPr lang="pt-BR" sz="2800" dirty="0"/>
              <a:t> ac, </a:t>
            </a:r>
            <a:r>
              <a:rPr lang="pt-BR" sz="2800" dirty="0" err="1"/>
              <a:t>facilisis</a:t>
            </a:r>
            <a:r>
              <a:rPr lang="pt-BR" sz="2800" dirty="0"/>
              <a:t> a </a:t>
            </a:r>
            <a:r>
              <a:rPr lang="pt-BR" sz="2800" dirty="0" err="1"/>
              <a:t>odio</a:t>
            </a:r>
            <a:r>
              <a:rPr lang="pt-BR" sz="2800" dirty="0"/>
              <a:t>. Nunc </a:t>
            </a:r>
            <a:r>
              <a:rPr lang="pt-BR" sz="2800" dirty="0" err="1"/>
              <a:t>ligula</a:t>
            </a:r>
            <a:r>
              <a:rPr lang="pt-BR" sz="2800" dirty="0"/>
              <a:t> </a:t>
            </a:r>
            <a:r>
              <a:rPr lang="pt-BR" sz="2800" dirty="0" err="1"/>
              <a:t>orci</a:t>
            </a:r>
            <a:r>
              <a:rPr lang="pt-BR" sz="2800" dirty="0"/>
              <a:t>, </a:t>
            </a:r>
            <a:r>
              <a:rPr lang="pt-BR" sz="2800" dirty="0" err="1"/>
              <a:t>consequat</a:t>
            </a:r>
            <a:r>
              <a:rPr lang="pt-BR" sz="2800" dirty="0"/>
              <a:t> </a:t>
            </a:r>
            <a:r>
              <a:rPr lang="pt-BR" sz="2800" dirty="0" err="1"/>
              <a:t>eget</a:t>
            </a:r>
            <a:r>
              <a:rPr lang="pt-BR" sz="2800" dirty="0"/>
              <a:t> urna ut, </a:t>
            </a:r>
            <a:r>
              <a:rPr lang="pt-BR" sz="2800" dirty="0" err="1"/>
              <a:t>interdum</a:t>
            </a:r>
            <a:r>
              <a:rPr lang="pt-BR" sz="2800" dirty="0"/>
              <a:t> </a:t>
            </a:r>
            <a:r>
              <a:rPr lang="pt-BR" sz="2800" dirty="0" err="1"/>
              <a:t>ultrices</a:t>
            </a:r>
            <a:r>
              <a:rPr lang="pt-BR" sz="2800" dirty="0"/>
              <a:t> </a:t>
            </a:r>
            <a:r>
              <a:rPr lang="pt-BR" sz="2800" dirty="0" err="1"/>
              <a:t>neque</a:t>
            </a:r>
            <a:r>
              <a:rPr lang="pt-BR" sz="2800" dirty="0"/>
              <a:t>. </a:t>
            </a:r>
            <a:r>
              <a:rPr lang="pt-BR" sz="2800" dirty="0" err="1"/>
              <a:t>Maecenas</a:t>
            </a:r>
            <a:r>
              <a:rPr lang="pt-BR" sz="2800" dirty="0"/>
              <a:t> quis </a:t>
            </a:r>
            <a:r>
              <a:rPr lang="pt-BR" sz="2800" dirty="0" err="1"/>
              <a:t>quam</a:t>
            </a:r>
            <a:r>
              <a:rPr lang="pt-BR" sz="2800" dirty="0"/>
              <a:t> vitae erat </a:t>
            </a:r>
            <a:r>
              <a:rPr lang="pt-BR" sz="2800" dirty="0" err="1"/>
              <a:t>commodo</a:t>
            </a:r>
            <a:r>
              <a:rPr lang="pt-BR" sz="2800" dirty="0"/>
              <a:t> </a:t>
            </a:r>
            <a:r>
              <a:rPr lang="pt-BR" sz="2800" dirty="0" err="1"/>
              <a:t>elementum</a:t>
            </a:r>
            <a:r>
              <a:rPr lang="pt-BR" sz="2800" dirty="0"/>
              <a:t> in ut </a:t>
            </a:r>
            <a:r>
              <a:rPr lang="pt-BR" sz="2800" dirty="0" err="1"/>
              <a:t>risus</a:t>
            </a:r>
            <a:r>
              <a:rPr lang="pt-BR" sz="2800" dirty="0"/>
              <a:t>. Nam </a:t>
            </a:r>
            <a:r>
              <a:rPr lang="pt-BR" sz="2800" dirty="0" err="1"/>
              <a:t>ornare</a:t>
            </a:r>
            <a:r>
              <a:rPr lang="pt-BR" sz="2800" dirty="0"/>
              <a:t> </a:t>
            </a:r>
            <a:r>
              <a:rPr lang="pt-BR" sz="2800" dirty="0" err="1"/>
              <a:t>facilisis</a:t>
            </a:r>
            <a:r>
              <a:rPr lang="pt-BR" sz="2800" dirty="0"/>
              <a:t> </a:t>
            </a:r>
            <a:r>
              <a:rPr lang="pt-BR" sz="2800" dirty="0" err="1"/>
              <a:t>pulvinar</a:t>
            </a:r>
            <a:r>
              <a:rPr lang="pt-BR" sz="2800" dirty="0"/>
              <a:t>. </a:t>
            </a:r>
            <a:r>
              <a:rPr lang="pt-BR" sz="2800" dirty="0" err="1"/>
              <a:t>Donec</a:t>
            </a:r>
            <a:r>
              <a:rPr lang="pt-BR" sz="2800" dirty="0"/>
              <a:t> </a:t>
            </a:r>
            <a:r>
              <a:rPr lang="pt-BR" sz="2800" dirty="0" err="1"/>
              <a:t>pellentesque</a:t>
            </a:r>
            <a:r>
              <a:rPr lang="pt-BR" sz="2800" dirty="0"/>
              <a:t> </a:t>
            </a:r>
            <a:r>
              <a:rPr lang="pt-BR" sz="2800" dirty="0" err="1"/>
              <a:t>dapibus</a:t>
            </a:r>
            <a:r>
              <a:rPr lang="pt-BR" sz="2800" dirty="0"/>
              <a:t> </a:t>
            </a:r>
            <a:r>
              <a:rPr lang="pt-BR" sz="2800" dirty="0" err="1"/>
              <a:t>augue</a:t>
            </a:r>
            <a:r>
              <a:rPr lang="pt-BR" sz="2800" dirty="0"/>
              <a:t>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6F970E9-D303-4098-992F-AF447B6B33C4}"/>
              </a:ext>
            </a:extLst>
          </p:cNvPr>
          <p:cNvSpPr txBox="1"/>
          <p:nvPr/>
        </p:nvSpPr>
        <p:spPr>
          <a:xfrm>
            <a:off x="11261558" y="846826"/>
            <a:ext cx="10106526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600" dirty="0"/>
              <a:t>TEMA</a:t>
            </a:r>
          </a:p>
          <a:p>
            <a:pPr algn="ctr"/>
            <a:r>
              <a:rPr lang="pt-BR" sz="5400" dirty="0"/>
              <a:t>Nome do Aluno</a:t>
            </a:r>
          </a:p>
          <a:p>
            <a:pPr algn="ctr"/>
            <a:r>
              <a:rPr lang="pt-BR" sz="5400" dirty="0"/>
              <a:t>e-mail</a:t>
            </a:r>
          </a:p>
        </p:txBody>
      </p:sp>
      <p:pic>
        <p:nvPicPr>
          <p:cNvPr id="1026" name="Picture 2" descr="Qué es un gráfico de líneas - Todo lo que necesitas saber">
            <a:extLst>
              <a:ext uri="{FF2B5EF4-FFF2-40B4-BE49-F238E27FC236}">
                <a16:creationId xmlns:a16="http://schemas.microsoft.com/office/drawing/2014/main" id="{03575FE9-9B75-B4CE-9D7E-169DCBA458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566" b="11708"/>
          <a:stretch/>
        </p:blipFill>
        <p:spPr bwMode="auto">
          <a:xfrm>
            <a:off x="17239748" y="16926891"/>
            <a:ext cx="5768641" cy="406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Modelo de gráfico de linhas - Venngage">
            <a:extLst>
              <a:ext uri="{FF2B5EF4-FFF2-40B4-BE49-F238E27FC236}">
                <a16:creationId xmlns:a16="http://schemas.microsoft.com/office/drawing/2014/main" id="{F8A11072-674F-7D28-E08D-329EC42B5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95633" y="16926891"/>
            <a:ext cx="5768641" cy="4060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essência da qualidade na produção - LCM Treinamento">
            <a:extLst>
              <a:ext uri="{FF2B5EF4-FFF2-40B4-BE49-F238E27FC236}">
                <a16:creationId xmlns:a16="http://schemas.microsoft.com/office/drawing/2014/main" id="{73DAB86F-3BD6-163E-A859-D7EAF22CAD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70701" y="6328676"/>
            <a:ext cx="7620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rorrogadas inscrições para especialização em Gestão da Produção">
            <a:extLst>
              <a:ext uri="{FF2B5EF4-FFF2-40B4-BE49-F238E27FC236}">
                <a16:creationId xmlns:a16="http://schemas.microsoft.com/office/drawing/2014/main" id="{CE6B207C-B896-5AD1-7C86-82608F522B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83185" y="6328677"/>
            <a:ext cx="5993535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 descr="Logotipo, nome da empresa&#10;&#10;Descrição gerada automaticamente">
            <a:extLst>
              <a:ext uri="{FF2B5EF4-FFF2-40B4-BE49-F238E27FC236}">
                <a16:creationId xmlns:a16="http://schemas.microsoft.com/office/drawing/2014/main" id="{1FD73602-8E73-DC2D-B33B-9DAABF5AE95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5370" y="1090433"/>
            <a:ext cx="6366168" cy="1633880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DF19CA78-E735-9C45-C5DF-FAC35CC78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08104" y="1090433"/>
            <a:ext cx="7204062" cy="201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98100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897</TotalTime>
  <Words>1332</Words>
  <Application>Microsoft Office PowerPoint</Application>
  <PresentationFormat>Personalizar</PresentationFormat>
  <Paragraphs>54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Renata Marinho</dc:creator>
  <cp:lastModifiedBy>Suporte Lacasemin</cp:lastModifiedBy>
  <cp:revision>73</cp:revision>
  <cp:lastPrinted>2019-02-28T19:50:42Z</cp:lastPrinted>
  <dcterms:created xsi:type="dcterms:W3CDTF">2019-02-27T14:03:59Z</dcterms:created>
  <dcterms:modified xsi:type="dcterms:W3CDTF">2024-07-30T20:28:59Z</dcterms:modified>
</cp:coreProperties>
</file>